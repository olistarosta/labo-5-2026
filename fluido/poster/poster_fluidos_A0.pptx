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jpg"/><Relationship Id="rId9" Type="http://schemas.openxmlformats.org/officeDocument/2006/relationships/image" Target="../media/image8.png"/><Relationship Id="rId10" Type="http://schemas.openxmlformats.org/officeDocument/2006/relationships/image" Target="../media/image9.jpg"/><Relationship Id="rId11" Type="http://schemas.openxmlformats.org/officeDocument/2006/relationships/image" Target="../media/image10.png"/><Relationship Id="rId12" Type="http://schemas.openxmlformats.org/officeDocument/2006/relationships/image" Target="../media/image11.jpg"/><Relationship Id="rId13" Type="http://schemas.openxmlformats.org/officeDocument/2006/relationships/image" Target="../media/image12.png"/><Relationship Id="rId14" Type="http://schemas.openxmlformats.org/officeDocument/2006/relationships/image" Target="../media/image13.jpg"/><Relationship Id="rId15" Type="http://schemas.openxmlformats.org/officeDocument/2006/relationships/image" Target="../media/image14.png"/><Relationship Id="rId16" Type="http://schemas.openxmlformats.org/officeDocument/2006/relationships/image" Target="../media/image15.jp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_grilla" descr="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5957" cy="42803862"/>
          </a:xfrm>
          <a:prstGeom prst="rect">
            <a:avLst/>
          </a:prstGeom>
        </p:spPr>
      </p:pic>
      <p:grpSp>
        <p:nvGrpSpPr>
          <p:cNvPr id="3" name="bloque: Introducción y objetivos"/>
          <p:cNvGrpSpPr/>
          <p:nvPr/>
        </p:nvGrpSpPr>
        <p:grpSpPr>
          <a:xfrm>
            <a:off x="503932" y="4715917"/>
            <a:ext cx="29267944" cy="6350347"/>
            <a:chOff x="503932" y="4715917"/>
            <a:chExt cx="29267944" cy="6350347"/>
          </a:xfrm>
        </p:grpSpPr>
        <p:sp>
          <p:nvSpPr>
            <p:cNvPr id="4" name="box"/>
            <p:cNvSpPr/>
            <p:nvPr/>
          </p:nvSpPr>
          <p:spPr>
            <a:xfrm>
              <a:off x="503932" y="4715917"/>
              <a:ext cx="29267944" cy="6350347"/>
            </a:xfrm>
            <a:prstGeom prst="rect">
              <a:avLst/>
            </a:prstGeom>
            <a:solidFill>
              <a:srgbClr val="292929"/>
            </a:solidFill>
            <a:ln w="19050">
              <a:solidFill>
                <a:srgbClr val="2F7F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boxhead"/>
            <p:cNvSpPr/>
            <p:nvPr/>
          </p:nvSpPr>
          <p:spPr>
            <a:xfrm>
              <a:off x="503932" y="4715917"/>
              <a:ext cx="29267944" cy="611981"/>
            </a:xfrm>
            <a:prstGeom prst="rect">
              <a:avLst/>
            </a:prstGeom>
            <a:solidFill>
              <a:srgbClr val="2F7FC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" name="boxtitle"/>
            <p:cNvSpPr txBox="1"/>
            <p:nvPr/>
          </p:nvSpPr>
          <p:spPr>
            <a:xfrm>
              <a:off x="1151930" y="4715917"/>
              <a:ext cx="28295947" cy="568672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00000"/>
                </a:lnSpc>
              </a:pPr>
              <a:r>
                <a:rPr sz="2721" b="1">
                  <a:solidFill>
                    <a:srgbClr val="FFFFFF"/>
                  </a:solidFill>
                  <a:latin typeface="Inter"/>
                </a:rPr>
                <a:t>Introducción y objetivos</a:t>
              </a:r>
            </a:p>
          </p:txBody>
        </p:sp>
      </p:grpSp>
      <p:grpSp>
        <p:nvGrpSpPr>
          <p:cNvPr id="7" name="bloque: Análisis de imagen — PIV"/>
          <p:cNvGrpSpPr/>
          <p:nvPr/>
        </p:nvGrpSpPr>
        <p:grpSpPr>
          <a:xfrm>
            <a:off x="503932" y="11426279"/>
            <a:ext cx="29267944" cy="6062365"/>
            <a:chOff x="503932" y="11426279"/>
            <a:chExt cx="29267944" cy="6062365"/>
          </a:xfrm>
        </p:grpSpPr>
        <p:sp>
          <p:nvSpPr>
            <p:cNvPr id="8" name="box"/>
            <p:cNvSpPr/>
            <p:nvPr/>
          </p:nvSpPr>
          <p:spPr>
            <a:xfrm>
              <a:off x="503932" y="11426279"/>
              <a:ext cx="29267944" cy="6062365"/>
            </a:xfrm>
            <a:prstGeom prst="rect">
              <a:avLst/>
            </a:prstGeom>
            <a:solidFill>
              <a:srgbClr val="292929"/>
            </a:solidFill>
            <a:ln w="19050">
              <a:solidFill>
                <a:srgbClr val="6E58B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boxhead"/>
            <p:cNvSpPr/>
            <p:nvPr/>
          </p:nvSpPr>
          <p:spPr>
            <a:xfrm>
              <a:off x="503932" y="11426279"/>
              <a:ext cx="29267944" cy="611981"/>
            </a:xfrm>
            <a:prstGeom prst="rect">
              <a:avLst/>
            </a:prstGeom>
            <a:solidFill>
              <a:srgbClr val="6E58B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boxtitle"/>
            <p:cNvSpPr txBox="1"/>
            <p:nvPr/>
          </p:nvSpPr>
          <p:spPr>
            <a:xfrm>
              <a:off x="1151930" y="11426279"/>
              <a:ext cx="28295947" cy="568672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00000"/>
                </a:lnSpc>
              </a:pPr>
              <a:r>
                <a:rPr sz="2721" b="1">
                  <a:solidFill>
                    <a:srgbClr val="FFFFFF"/>
                  </a:solidFill>
                  <a:latin typeface="Inter"/>
                </a:rPr>
                <a:t>Análisis de imagen — PIV</a:t>
              </a:r>
            </a:p>
          </p:txBody>
        </p:sp>
      </p:grpSp>
      <p:grpSp>
        <p:nvGrpSpPr>
          <p:cNvPr id="11" name="bloque: Modelo del perfil de velocidad"/>
          <p:cNvGrpSpPr/>
          <p:nvPr/>
        </p:nvGrpSpPr>
        <p:grpSpPr>
          <a:xfrm>
            <a:off x="503932" y="17848659"/>
            <a:ext cx="29267944" cy="13024693"/>
            <a:chOff x="503932" y="17848659"/>
            <a:chExt cx="29267944" cy="13024693"/>
          </a:xfrm>
        </p:grpSpPr>
        <p:sp>
          <p:nvSpPr>
            <p:cNvPr id="12" name="box"/>
            <p:cNvSpPr/>
            <p:nvPr/>
          </p:nvSpPr>
          <p:spPr>
            <a:xfrm>
              <a:off x="503932" y="17848659"/>
              <a:ext cx="29267944" cy="13024693"/>
            </a:xfrm>
            <a:prstGeom prst="rect">
              <a:avLst/>
            </a:prstGeom>
            <a:solidFill>
              <a:srgbClr val="292929"/>
            </a:solidFill>
            <a:ln w="19050">
              <a:solidFill>
                <a:srgbClr val="3A8F5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boxhead"/>
            <p:cNvSpPr/>
            <p:nvPr/>
          </p:nvSpPr>
          <p:spPr>
            <a:xfrm>
              <a:off x="503932" y="17848659"/>
              <a:ext cx="29267944" cy="611981"/>
            </a:xfrm>
            <a:prstGeom prst="rect">
              <a:avLst/>
            </a:prstGeom>
            <a:solidFill>
              <a:srgbClr val="3A8F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boxtitle"/>
            <p:cNvSpPr txBox="1"/>
            <p:nvPr/>
          </p:nvSpPr>
          <p:spPr>
            <a:xfrm>
              <a:off x="1151930" y="17848659"/>
              <a:ext cx="28295947" cy="568672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00000"/>
                </a:lnSpc>
              </a:pPr>
              <a:r>
                <a:rPr sz="2721" b="1">
                  <a:solidFill>
                    <a:srgbClr val="FFFFFF"/>
                  </a:solidFill>
                  <a:latin typeface="Inter"/>
                </a:rPr>
                <a:t>Modelo del perfil de velocidad</a:t>
              </a:r>
            </a:p>
          </p:txBody>
        </p:sp>
      </p:grpSp>
      <p:grpSp>
        <p:nvGrpSpPr>
          <p:cNvPr id="15" name="bloque: Dinámica de encendido"/>
          <p:cNvGrpSpPr/>
          <p:nvPr/>
        </p:nvGrpSpPr>
        <p:grpSpPr>
          <a:xfrm>
            <a:off x="503932" y="31233517"/>
            <a:ext cx="29267944" cy="6615410"/>
            <a:chOff x="503932" y="31233517"/>
            <a:chExt cx="29267944" cy="6615410"/>
          </a:xfrm>
        </p:grpSpPr>
        <p:sp>
          <p:nvSpPr>
            <p:cNvPr id="16" name="box"/>
            <p:cNvSpPr/>
            <p:nvPr/>
          </p:nvSpPr>
          <p:spPr>
            <a:xfrm>
              <a:off x="503932" y="31233517"/>
              <a:ext cx="29267944" cy="6615410"/>
            </a:xfrm>
            <a:prstGeom prst="rect">
              <a:avLst/>
            </a:prstGeom>
            <a:solidFill>
              <a:srgbClr val="292929"/>
            </a:solidFill>
            <a:ln w="19050">
              <a:solidFill>
                <a:srgbClr val="A845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7" name="boxhead"/>
            <p:cNvSpPr/>
            <p:nvPr/>
          </p:nvSpPr>
          <p:spPr>
            <a:xfrm>
              <a:off x="503932" y="31233517"/>
              <a:ext cx="29267944" cy="611981"/>
            </a:xfrm>
            <a:prstGeom prst="rect">
              <a:avLst/>
            </a:prstGeom>
            <a:solidFill>
              <a:srgbClr val="A8457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boxtitle"/>
            <p:cNvSpPr txBox="1"/>
            <p:nvPr/>
          </p:nvSpPr>
          <p:spPr>
            <a:xfrm>
              <a:off x="1151930" y="31233517"/>
              <a:ext cx="28295947" cy="568672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00000"/>
                </a:lnSpc>
              </a:pPr>
              <a:r>
                <a:rPr sz="2721" b="1">
                  <a:solidFill>
                    <a:srgbClr val="FFFFFF"/>
                  </a:solidFill>
                  <a:latin typeface="Inter"/>
                </a:rPr>
                <a:t>Dinámica de encendido</a:t>
              </a:r>
            </a:p>
          </p:txBody>
        </p:sp>
      </p:grpSp>
      <p:grpSp>
        <p:nvGrpSpPr>
          <p:cNvPr id="19" name="bloque: Conclusiones"/>
          <p:cNvGrpSpPr/>
          <p:nvPr/>
        </p:nvGrpSpPr>
        <p:grpSpPr>
          <a:xfrm>
            <a:off x="503932" y="38209091"/>
            <a:ext cx="29267944" cy="4090839"/>
            <a:chOff x="503932" y="38209091"/>
            <a:chExt cx="29267944" cy="4090839"/>
          </a:xfrm>
        </p:grpSpPr>
        <p:sp>
          <p:nvSpPr>
            <p:cNvPr id="20" name="box"/>
            <p:cNvSpPr/>
            <p:nvPr/>
          </p:nvSpPr>
          <p:spPr>
            <a:xfrm>
              <a:off x="503932" y="38209091"/>
              <a:ext cx="29267944" cy="4090839"/>
            </a:xfrm>
            <a:prstGeom prst="rect">
              <a:avLst/>
            </a:prstGeom>
            <a:solidFill>
              <a:srgbClr val="292929"/>
            </a:solidFill>
            <a:ln w="19050">
              <a:solidFill>
                <a:srgbClr val="C973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boxhead"/>
            <p:cNvSpPr/>
            <p:nvPr/>
          </p:nvSpPr>
          <p:spPr>
            <a:xfrm>
              <a:off x="503932" y="38209091"/>
              <a:ext cx="29267944" cy="611981"/>
            </a:xfrm>
            <a:prstGeom prst="rect">
              <a:avLst/>
            </a:prstGeom>
            <a:solidFill>
              <a:srgbClr val="C973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2" name="boxtitle"/>
            <p:cNvSpPr txBox="1"/>
            <p:nvPr/>
          </p:nvSpPr>
          <p:spPr>
            <a:xfrm>
              <a:off x="1151930" y="38209091"/>
              <a:ext cx="28295947" cy="568672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00000"/>
                </a:lnSpc>
              </a:pPr>
              <a:r>
                <a:rPr sz="2721" b="1">
                  <a:solidFill>
                    <a:srgbClr val="FFFFFF"/>
                  </a:solidFill>
                  <a:latin typeface="Inter"/>
                </a:rPr>
                <a:t>Conclusiones</a:t>
              </a:r>
            </a:p>
          </p:txBody>
        </p:sp>
      </p:grpSp>
      <p:sp>
        <p:nvSpPr>
          <p:cNvPr id="23" name="cable"/>
          <p:cNvSpPr/>
          <p:nvPr/>
        </p:nvSpPr>
        <p:spPr>
          <a:xfrm>
            <a:off x="14950778" y="7946989"/>
            <a:ext cx="352800" cy="61200"/>
          </a:xfrm>
          <a:prstGeom prst="rect">
            <a:avLst/>
          </a:prstGeom>
          <a:solidFill>
            <a:srgbClr val="B9B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ble"/>
          <p:cNvSpPr/>
          <p:nvPr/>
        </p:nvSpPr>
        <p:spPr>
          <a:xfrm>
            <a:off x="10771185" y="14513379"/>
            <a:ext cx="568799" cy="61200"/>
          </a:xfrm>
          <a:prstGeom prst="rect">
            <a:avLst/>
          </a:prstGeom>
          <a:solidFill>
            <a:srgbClr val="B9B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able"/>
          <p:cNvSpPr/>
          <p:nvPr/>
        </p:nvSpPr>
        <p:spPr>
          <a:xfrm>
            <a:off x="15872377" y="14513379"/>
            <a:ext cx="568800" cy="61200"/>
          </a:xfrm>
          <a:prstGeom prst="rect">
            <a:avLst/>
          </a:prstGeom>
          <a:solidFill>
            <a:srgbClr val="B9B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ble"/>
          <p:cNvSpPr/>
          <p:nvPr/>
        </p:nvSpPr>
        <p:spPr>
          <a:xfrm>
            <a:off x="525599" y="7977589"/>
            <a:ext cx="19850372" cy="6566390"/>
          </a:xfrm>
          <a:custGeom>
            <a:avLst/>
            <a:gdLst/>
            <a:ahLst/>
            <a:cxnLst/>
            <a:rect l="l" t="t" r="r" b="b"/>
            <a:pathLst>
              <a:path w="19850372" h="6566390">
                <a:moveTo>
                  <a:pt x="19598372" y="0"/>
                </a:moveTo>
                <a:lnTo>
                  <a:pt x="19670192" y="0"/>
                </a:lnTo>
                <a:lnTo>
                  <a:pt x="19741996" y="671"/>
                </a:lnTo>
                <a:lnTo>
                  <a:pt x="19809204" y="23126"/>
                </a:lnTo>
                <a:lnTo>
                  <a:pt x="19845918" y="83078"/>
                </a:lnTo>
                <a:lnTo>
                  <a:pt x="19850372" y="154575"/>
                </a:lnTo>
                <a:lnTo>
                  <a:pt x="19850372" y="226396"/>
                </a:lnTo>
                <a:lnTo>
                  <a:pt x="19850372" y="298217"/>
                </a:lnTo>
                <a:lnTo>
                  <a:pt x="19850372" y="370037"/>
                </a:lnTo>
                <a:lnTo>
                  <a:pt x="19850372" y="441858"/>
                </a:lnTo>
                <a:lnTo>
                  <a:pt x="19850372" y="513679"/>
                </a:lnTo>
                <a:lnTo>
                  <a:pt x="19850372" y="585499"/>
                </a:lnTo>
                <a:lnTo>
                  <a:pt x="19850372" y="657320"/>
                </a:lnTo>
                <a:lnTo>
                  <a:pt x="19850372" y="729141"/>
                </a:lnTo>
                <a:lnTo>
                  <a:pt x="19850372" y="800962"/>
                </a:lnTo>
                <a:lnTo>
                  <a:pt x="19850372" y="872782"/>
                </a:lnTo>
                <a:lnTo>
                  <a:pt x="19850372" y="944603"/>
                </a:lnTo>
                <a:lnTo>
                  <a:pt x="19850372" y="1016424"/>
                </a:lnTo>
                <a:lnTo>
                  <a:pt x="19850372" y="1088245"/>
                </a:lnTo>
                <a:lnTo>
                  <a:pt x="19850372" y="1160065"/>
                </a:lnTo>
                <a:lnTo>
                  <a:pt x="19850372" y="1231886"/>
                </a:lnTo>
                <a:lnTo>
                  <a:pt x="19850372" y="1303707"/>
                </a:lnTo>
                <a:lnTo>
                  <a:pt x="19850372" y="1375528"/>
                </a:lnTo>
                <a:lnTo>
                  <a:pt x="19850372" y="1447349"/>
                </a:lnTo>
                <a:lnTo>
                  <a:pt x="19850372" y="1519169"/>
                </a:lnTo>
                <a:lnTo>
                  <a:pt x="19850372" y="1590990"/>
                </a:lnTo>
                <a:lnTo>
                  <a:pt x="19850372" y="1662810"/>
                </a:lnTo>
                <a:lnTo>
                  <a:pt x="19850372" y="1734631"/>
                </a:lnTo>
                <a:lnTo>
                  <a:pt x="19850372" y="1806452"/>
                </a:lnTo>
                <a:lnTo>
                  <a:pt x="19850372" y="1878272"/>
                </a:lnTo>
                <a:lnTo>
                  <a:pt x="19850372" y="1950093"/>
                </a:lnTo>
                <a:lnTo>
                  <a:pt x="19850372" y="2021914"/>
                </a:lnTo>
                <a:lnTo>
                  <a:pt x="19850372" y="2093735"/>
                </a:lnTo>
                <a:lnTo>
                  <a:pt x="19850372" y="2165556"/>
                </a:lnTo>
                <a:lnTo>
                  <a:pt x="19850372" y="2237377"/>
                </a:lnTo>
                <a:lnTo>
                  <a:pt x="19850372" y="2309197"/>
                </a:lnTo>
                <a:lnTo>
                  <a:pt x="19850372" y="2381018"/>
                </a:lnTo>
                <a:lnTo>
                  <a:pt x="19850372" y="2452838"/>
                </a:lnTo>
                <a:lnTo>
                  <a:pt x="19850372" y="2524660"/>
                </a:lnTo>
                <a:lnTo>
                  <a:pt x="19850372" y="2596480"/>
                </a:lnTo>
                <a:lnTo>
                  <a:pt x="19850372" y="2668300"/>
                </a:lnTo>
                <a:lnTo>
                  <a:pt x="19850372" y="2740121"/>
                </a:lnTo>
                <a:lnTo>
                  <a:pt x="19850372" y="2811942"/>
                </a:lnTo>
                <a:lnTo>
                  <a:pt x="19850372" y="2883763"/>
                </a:lnTo>
                <a:lnTo>
                  <a:pt x="19850372" y="2955584"/>
                </a:lnTo>
                <a:lnTo>
                  <a:pt x="19850372" y="3027405"/>
                </a:lnTo>
                <a:lnTo>
                  <a:pt x="19850372" y="3099225"/>
                </a:lnTo>
                <a:lnTo>
                  <a:pt x="19845966" y="3170751"/>
                </a:lnTo>
                <a:lnTo>
                  <a:pt x="19813517" y="3233635"/>
                </a:lnTo>
                <a:lnTo>
                  <a:pt x="19749981" y="3264871"/>
                </a:lnTo>
                <a:lnTo>
                  <a:pt x="19678405" y="3268797"/>
                </a:lnTo>
                <a:lnTo>
                  <a:pt x="19606586" y="3268797"/>
                </a:lnTo>
                <a:lnTo>
                  <a:pt x="19534764" y="3268797"/>
                </a:lnTo>
                <a:lnTo>
                  <a:pt x="19462944" y="3268797"/>
                </a:lnTo>
                <a:lnTo>
                  <a:pt x="19391122" y="3268797"/>
                </a:lnTo>
                <a:lnTo>
                  <a:pt x="19319302" y="3268797"/>
                </a:lnTo>
                <a:lnTo>
                  <a:pt x="19247480" y="3268797"/>
                </a:lnTo>
                <a:lnTo>
                  <a:pt x="19175661" y="3268797"/>
                </a:lnTo>
                <a:lnTo>
                  <a:pt x="19103839" y="3268797"/>
                </a:lnTo>
                <a:lnTo>
                  <a:pt x="19032019" y="3268797"/>
                </a:lnTo>
                <a:lnTo>
                  <a:pt x="18960197" y="3268796"/>
                </a:lnTo>
                <a:lnTo>
                  <a:pt x="18888377" y="3268796"/>
                </a:lnTo>
                <a:lnTo>
                  <a:pt x="18816555" y="3268796"/>
                </a:lnTo>
                <a:lnTo>
                  <a:pt x="18744736" y="3268796"/>
                </a:lnTo>
                <a:lnTo>
                  <a:pt x="18672916" y="3268796"/>
                </a:lnTo>
                <a:lnTo>
                  <a:pt x="18601094" y="3268796"/>
                </a:lnTo>
                <a:lnTo>
                  <a:pt x="18529274" y="3268796"/>
                </a:lnTo>
                <a:lnTo>
                  <a:pt x="18457452" y="3268796"/>
                </a:lnTo>
                <a:lnTo>
                  <a:pt x="18385633" y="3268796"/>
                </a:lnTo>
                <a:lnTo>
                  <a:pt x="18313811" y="3268796"/>
                </a:lnTo>
                <a:lnTo>
                  <a:pt x="18241991" y="3268796"/>
                </a:lnTo>
                <a:lnTo>
                  <a:pt x="18170169" y="3268796"/>
                </a:lnTo>
                <a:lnTo>
                  <a:pt x="18098349" y="3268796"/>
                </a:lnTo>
                <a:lnTo>
                  <a:pt x="18026530" y="3268796"/>
                </a:lnTo>
                <a:lnTo>
                  <a:pt x="17954708" y="3268796"/>
                </a:lnTo>
                <a:lnTo>
                  <a:pt x="17882888" y="3268796"/>
                </a:lnTo>
                <a:lnTo>
                  <a:pt x="17811067" y="3268796"/>
                </a:lnTo>
                <a:lnTo>
                  <a:pt x="17739246" y="3268796"/>
                </a:lnTo>
                <a:lnTo>
                  <a:pt x="17667426" y="3268796"/>
                </a:lnTo>
                <a:lnTo>
                  <a:pt x="17595606" y="3268796"/>
                </a:lnTo>
                <a:lnTo>
                  <a:pt x="17523784" y="3268796"/>
                </a:lnTo>
                <a:lnTo>
                  <a:pt x="17451964" y="3268796"/>
                </a:lnTo>
                <a:lnTo>
                  <a:pt x="17380142" y="3268796"/>
                </a:lnTo>
                <a:lnTo>
                  <a:pt x="17308323" y="3268796"/>
                </a:lnTo>
                <a:lnTo>
                  <a:pt x="17236502" y="3268796"/>
                </a:lnTo>
                <a:lnTo>
                  <a:pt x="17164681" y="3268796"/>
                </a:lnTo>
                <a:lnTo>
                  <a:pt x="17092860" y="3268796"/>
                </a:lnTo>
                <a:lnTo>
                  <a:pt x="17021039" y="3268796"/>
                </a:lnTo>
                <a:lnTo>
                  <a:pt x="16949219" y="3268796"/>
                </a:lnTo>
                <a:lnTo>
                  <a:pt x="16877398" y="3268796"/>
                </a:lnTo>
                <a:lnTo>
                  <a:pt x="16805578" y="3268796"/>
                </a:lnTo>
                <a:lnTo>
                  <a:pt x="16733756" y="3268796"/>
                </a:lnTo>
                <a:lnTo>
                  <a:pt x="16661936" y="3268796"/>
                </a:lnTo>
                <a:lnTo>
                  <a:pt x="16590114" y="3268796"/>
                </a:lnTo>
                <a:lnTo>
                  <a:pt x="16518295" y="3268796"/>
                </a:lnTo>
                <a:lnTo>
                  <a:pt x="16446473" y="3268796"/>
                </a:lnTo>
                <a:lnTo>
                  <a:pt x="16374653" y="3268796"/>
                </a:lnTo>
                <a:lnTo>
                  <a:pt x="16302832" y="3268796"/>
                </a:lnTo>
                <a:lnTo>
                  <a:pt x="16231011" y="3268796"/>
                </a:lnTo>
                <a:lnTo>
                  <a:pt x="16159191" y="3268796"/>
                </a:lnTo>
                <a:lnTo>
                  <a:pt x="16087370" y="3268796"/>
                </a:lnTo>
                <a:lnTo>
                  <a:pt x="16015549" y="3268796"/>
                </a:lnTo>
                <a:lnTo>
                  <a:pt x="15943728" y="3268796"/>
                </a:lnTo>
                <a:lnTo>
                  <a:pt x="15871908" y="3268796"/>
                </a:lnTo>
                <a:lnTo>
                  <a:pt x="15800086" y="3268796"/>
                </a:lnTo>
                <a:lnTo>
                  <a:pt x="15728267" y="3268796"/>
                </a:lnTo>
                <a:lnTo>
                  <a:pt x="15656445" y="3268796"/>
                </a:lnTo>
                <a:lnTo>
                  <a:pt x="15584625" y="3268796"/>
                </a:lnTo>
                <a:lnTo>
                  <a:pt x="15512803" y="3268796"/>
                </a:lnTo>
                <a:lnTo>
                  <a:pt x="15440983" y="3268796"/>
                </a:lnTo>
                <a:lnTo>
                  <a:pt x="15369163" y="3268796"/>
                </a:lnTo>
                <a:lnTo>
                  <a:pt x="15297342" y="3268796"/>
                </a:lnTo>
                <a:lnTo>
                  <a:pt x="15225521" y="3268796"/>
                </a:lnTo>
                <a:lnTo>
                  <a:pt x="15153700" y="3268796"/>
                </a:lnTo>
                <a:lnTo>
                  <a:pt x="15081879" y="3268796"/>
                </a:lnTo>
                <a:lnTo>
                  <a:pt x="15010059" y="3268796"/>
                </a:lnTo>
                <a:lnTo>
                  <a:pt x="14938239" y="3268796"/>
                </a:lnTo>
                <a:lnTo>
                  <a:pt x="14866417" y="3268796"/>
                </a:lnTo>
                <a:lnTo>
                  <a:pt x="14794597" y="3268796"/>
                </a:lnTo>
                <a:lnTo>
                  <a:pt x="14722775" y="3268796"/>
                </a:lnTo>
                <a:lnTo>
                  <a:pt x="14650956" y="3268796"/>
                </a:lnTo>
                <a:lnTo>
                  <a:pt x="14579135" y="3268796"/>
                </a:lnTo>
                <a:lnTo>
                  <a:pt x="14507314" y="3268796"/>
                </a:lnTo>
                <a:lnTo>
                  <a:pt x="14435493" y="3268796"/>
                </a:lnTo>
                <a:lnTo>
                  <a:pt x="14363672" y="3268796"/>
                </a:lnTo>
                <a:lnTo>
                  <a:pt x="14291851" y="3268796"/>
                </a:lnTo>
                <a:lnTo>
                  <a:pt x="14220031" y="3268796"/>
                </a:lnTo>
                <a:lnTo>
                  <a:pt x="14148210" y="3268796"/>
                </a:lnTo>
                <a:lnTo>
                  <a:pt x="14076389" y="3268796"/>
                </a:lnTo>
                <a:lnTo>
                  <a:pt x="14004568" y="3268796"/>
                </a:lnTo>
                <a:lnTo>
                  <a:pt x="13932747" y="3268796"/>
                </a:lnTo>
                <a:lnTo>
                  <a:pt x="13860928" y="3268796"/>
                </a:lnTo>
                <a:lnTo>
                  <a:pt x="13789107" y="3268796"/>
                </a:lnTo>
                <a:lnTo>
                  <a:pt x="13717286" y="3268796"/>
                </a:lnTo>
                <a:lnTo>
                  <a:pt x="13645465" y="3268796"/>
                </a:lnTo>
                <a:lnTo>
                  <a:pt x="13573644" y="3268796"/>
                </a:lnTo>
                <a:lnTo>
                  <a:pt x="13501824" y="3268796"/>
                </a:lnTo>
                <a:lnTo>
                  <a:pt x="13430003" y="3268796"/>
                </a:lnTo>
                <a:lnTo>
                  <a:pt x="13358182" y="3268796"/>
                </a:lnTo>
                <a:lnTo>
                  <a:pt x="13286361" y="3268796"/>
                </a:lnTo>
                <a:lnTo>
                  <a:pt x="13214540" y="3268796"/>
                </a:lnTo>
                <a:lnTo>
                  <a:pt x="13142719" y="3268796"/>
                </a:lnTo>
                <a:lnTo>
                  <a:pt x="13070899" y="3268796"/>
                </a:lnTo>
                <a:lnTo>
                  <a:pt x="12999079" y="3268796"/>
                </a:lnTo>
                <a:lnTo>
                  <a:pt x="12927258" y="3268796"/>
                </a:lnTo>
                <a:lnTo>
                  <a:pt x="12855437" y="3268796"/>
                </a:lnTo>
                <a:lnTo>
                  <a:pt x="12783616" y="3268796"/>
                </a:lnTo>
                <a:lnTo>
                  <a:pt x="12711796" y="3268796"/>
                </a:lnTo>
                <a:lnTo>
                  <a:pt x="12639975" y="3268796"/>
                </a:lnTo>
                <a:lnTo>
                  <a:pt x="12568154" y="3268796"/>
                </a:lnTo>
                <a:lnTo>
                  <a:pt x="12496333" y="3268796"/>
                </a:lnTo>
                <a:lnTo>
                  <a:pt x="12424512" y="3268796"/>
                </a:lnTo>
                <a:lnTo>
                  <a:pt x="12352692" y="3268796"/>
                </a:lnTo>
                <a:lnTo>
                  <a:pt x="12280871" y="3268796"/>
                </a:lnTo>
                <a:lnTo>
                  <a:pt x="12209050" y="3268796"/>
                </a:lnTo>
                <a:lnTo>
                  <a:pt x="12137230" y="3268796"/>
                </a:lnTo>
                <a:lnTo>
                  <a:pt x="12065409" y="3268796"/>
                </a:lnTo>
                <a:lnTo>
                  <a:pt x="11993589" y="3268796"/>
                </a:lnTo>
                <a:lnTo>
                  <a:pt x="11921768" y="3268796"/>
                </a:lnTo>
                <a:lnTo>
                  <a:pt x="11849947" y="3268796"/>
                </a:lnTo>
                <a:lnTo>
                  <a:pt x="11778126" y="3268796"/>
                </a:lnTo>
                <a:lnTo>
                  <a:pt x="11706305" y="3268796"/>
                </a:lnTo>
                <a:lnTo>
                  <a:pt x="11634484" y="3268796"/>
                </a:lnTo>
                <a:lnTo>
                  <a:pt x="11562664" y="3268796"/>
                </a:lnTo>
                <a:lnTo>
                  <a:pt x="11490843" y="3268796"/>
                </a:lnTo>
                <a:lnTo>
                  <a:pt x="11419022" y="3268796"/>
                </a:lnTo>
                <a:lnTo>
                  <a:pt x="11347201" y="3268796"/>
                </a:lnTo>
                <a:lnTo>
                  <a:pt x="11275380" y="3268796"/>
                </a:lnTo>
                <a:lnTo>
                  <a:pt x="11203561" y="3268796"/>
                </a:lnTo>
                <a:lnTo>
                  <a:pt x="11131740" y="3268796"/>
                </a:lnTo>
                <a:lnTo>
                  <a:pt x="11059919" y="3268796"/>
                </a:lnTo>
                <a:lnTo>
                  <a:pt x="10988098" y="3268796"/>
                </a:lnTo>
                <a:lnTo>
                  <a:pt x="10916277" y="3268796"/>
                </a:lnTo>
                <a:lnTo>
                  <a:pt x="10844456" y="3268796"/>
                </a:lnTo>
                <a:lnTo>
                  <a:pt x="10772636" y="3268796"/>
                </a:lnTo>
                <a:lnTo>
                  <a:pt x="10700815" y="3268796"/>
                </a:lnTo>
                <a:lnTo>
                  <a:pt x="10628994" y="3268796"/>
                </a:lnTo>
                <a:lnTo>
                  <a:pt x="10557173" y="3268796"/>
                </a:lnTo>
                <a:lnTo>
                  <a:pt x="10485352" y="3268796"/>
                </a:lnTo>
                <a:lnTo>
                  <a:pt x="10413532" y="3268796"/>
                </a:lnTo>
                <a:lnTo>
                  <a:pt x="10341712" y="3268796"/>
                </a:lnTo>
                <a:lnTo>
                  <a:pt x="10269891" y="3268796"/>
                </a:lnTo>
                <a:lnTo>
                  <a:pt x="10198070" y="3268796"/>
                </a:lnTo>
                <a:lnTo>
                  <a:pt x="10126249" y="3268796"/>
                </a:lnTo>
                <a:lnTo>
                  <a:pt x="10054429" y="3268796"/>
                </a:lnTo>
                <a:lnTo>
                  <a:pt x="9982608" y="3268796"/>
                </a:lnTo>
                <a:lnTo>
                  <a:pt x="9910787" y="3268796"/>
                </a:lnTo>
                <a:lnTo>
                  <a:pt x="9838966" y="3268796"/>
                </a:lnTo>
                <a:lnTo>
                  <a:pt x="9767145" y="3268796"/>
                </a:lnTo>
                <a:lnTo>
                  <a:pt x="9695324" y="3268796"/>
                </a:lnTo>
                <a:lnTo>
                  <a:pt x="9623504" y="3268796"/>
                </a:lnTo>
                <a:lnTo>
                  <a:pt x="9551683" y="3268796"/>
                </a:lnTo>
                <a:lnTo>
                  <a:pt x="9479862" y="3268796"/>
                </a:lnTo>
                <a:lnTo>
                  <a:pt x="9408042" y="3268796"/>
                </a:lnTo>
                <a:lnTo>
                  <a:pt x="9336221" y="3268796"/>
                </a:lnTo>
                <a:lnTo>
                  <a:pt x="9264401" y="3268796"/>
                </a:lnTo>
                <a:lnTo>
                  <a:pt x="9192580" y="3268796"/>
                </a:lnTo>
                <a:lnTo>
                  <a:pt x="9120759" y="3268796"/>
                </a:lnTo>
                <a:lnTo>
                  <a:pt x="9048938" y="3268796"/>
                </a:lnTo>
                <a:lnTo>
                  <a:pt x="8977117" y="3268796"/>
                </a:lnTo>
                <a:lnTo>
                  <a:pt x="8905297" y="3268796"/>
                </a:lnTo>
                <a:lnTo>
                  <a:pt x="8833476" y="3268796"/>
                </a:lnTo>
                <a:lnTo>
                  <a:pt x="8761655" y="3268796"/>
                </a:lnTo>
                <a:lnTo>
                  <a:pt x="8689834" y="3268796"/>
                </a:lnTo>
                <a:lnTo>
                  <a:pt x="8618013" y="3268796"/>
                </a:lnTo>
                <a:lnTo>
                  <a:pt x="8546194" y="3268796"/>
                </a:lnTo>
                <a:lnTo>
                  <a:pt x="8474373" y="3268796"/>
                </a:lnTo>
                <a:lnTo>
                  <a:pt x="8402552" y="3268796"/>
                </a:lnTo>
                <a:lnTo>
                  <a:pt x="8330731" y="3268796"/>
                </a:lnTo>
                <a:lnTo>
                  <a:pt x="8258910" y="3268796"/>
                </a:lnTo>
                <a:lnTo>
                  <a:pt x="8187089" y="3268796"/>
                </a:lnTo>
                <a:lnTo>
                  <a:pt x="8115269" y="3268796"/>
                </a:lnTo>
                <a:lnTo>
                  <a:pt x="8043448" y="3268796"/>
                </a:lnTo>
                <a:lnTo>
                  <a:pt x="7971627" y="3268796"/>
                </a:lnTo>
                <a:lnTo>
                  <a:pt x="7899806" y="3268796"/>
                </a:lnTo>
                <a:lnTo>
                  <a:pt x="7827985" y="3268796"/>
                </a:lnTo>
                <a:lnTo>
                  <a:pt x="7756165" y="3268796"/>
                </a:lnTo>
                <a:lnTo>
                  <a:pt x="7684344" y="3268796"/>
                </a:lnTo>
                <a:lnTo>
                  <a:pt x="7612524" y="3268796"/>
                </a:lnTo>
                <a:lnTo>
                  <a:pt x="7540703" y="3268796"/>
                </a:lnTo>
                <a:lnTo>
                  <a:pt x="7468882" y="3268796"/>
                </a:lnTo>
                <a:lnTo>
                  <a:pt x="7397062" y="3268796"/>
                </a:lnTo>
                <a:lnTo>
                  <a:pt x="7325241" y="3268796"/>
                </a:lnTo>
                <a:lnTo>
                  <a:pt x="7253420" y="3268796"/>
                </a:lnTo>
                <a:lnTo>
                  <a:pt x="7181599" y="3268796"/>
                </a:lnTo>
                <a:lnTo>
                  <a:pt x="7109778" y="3268796"/>
                </a:lnTo>
                <a:lnTo>
                  <a:pt x="7037957" y="3268796"/>
                </a:lnTo>
                <a:lnTo>
                  <a:pt x="6966137" y="3268796"/>
                </a:lnTo>
                <a:lnTo>
                  <a:pt x="6894316" y="3268796"/>
                </a:lnTo>
                <a:lnTo>
                  <a:pt x="6822495" y="3268796"/>
                </a:lnTo>
                <a:lnTo>
                  <a:pt x="6750675" y="3268796"/>
                </a:lnTo>
                <a:lnTo>
                  <a:pt x="6678854" y="3268796"/>
                </a:lnTo>
                <a:lnTo>
                  <a:pt x="6607034" y="3268796"/>
                </a:lnTo>
                <a:lnTo>
                  <a:pt x="6535213" y="3268796"/>
                </a:lnTo>
                <a:lnTo>
                  <a:pt x="6463392" y="3268796"/>
                </a:lnTo>
                <a:lnTo>
                  <a:pt x="6391571" y="3268795"/>
                </a:lnTo>
                <a:lnTo>
                  <a:pt x="6319750" y="3268795"/>
                </a:lnTo>
                <a:lnTo>
                  <a:pt x="6247930" y="3268795"/>
                </a:lnTo>
                <a:lnTo>
                  <a:pt x="6176109" y="3268795"/>
                </a:lnTo>
                <a:lnTo>
                  <a:pt x="6104288" y="3268795"/>
                </a:lnTo>
                <a:lnTo>
                  <a:pt x="6032467" y="3268795"/>
                </a:lnTo>
                <a:lnTo>
                  <a:pt x="5960646" y="3268795"/>
                </a:lnTo>
                <a:lnTo>
                  <a:pt x="5888827" y="3268795"/>
                </a:lnTo>
                <a:lnTo>
                  <a:pt x="5817006" y="3268795"/>
                </a:lnTo>
                <a:lnTo>
                  <a:pt x="5745185" y="3268795"/>
                </a:lnTo>
                <a:lnTo>
                  <a:pt x="5673364" y="3268795"/>
                </a:lnTo>
                <a:lnTo>
                  <a:pt x="5601543" y="3268795"/>
                </a:lnTo>
                <a:lnTo>
                  <a:pt x="5529722" y="3268795"/>
                </a:lnTo>
                <a:lnTo>
                  <a:pt x="5457902" y="3268795"/>
                </a:lnTo>
                <a:lnTo>
                  <a:pt x="5386081" y="3268795"/>
                </a:lnTo>
                <a:lnTo>
                  <a:pt x="5314260" y="3268795"/>
                </a:lnTo>
                <a:lnTo>
                  <a:pt x="5242439" y="3268795"/>
                </a:lnTo>
                <a:lnTo>
                  <a:pt x="5170618" y="3268795"/>
                </a:lnTo>
                <a:lnTo>
                  <a:pt x="5098797" y="3268795"/>
                </a:lnTo>
                <a:lnTo>
                  <a:pt x="5026977" y="3268795"/>
                </a:lnTo>
                <a:lnTo>
                  <a:pt x="4955157" y="3268795"/>
                </a:lnTo>
                <a:lnTo>
                  <a:pt x="4883336" y="3268795"/>
                </a:lnTo>
                <a:lnTo>
                  <a:pt x="4811515" y="3268795"/>
                </a:lnTo>
                <a:lnTo>
                  <a:pt x="4739693" y="3268795"/>
                </a:lnTo>
                <a:lnTo>
                  <a:pt x="4667874" y="3268795"/>
                </a:lnTo>
                <a:lnTo>
                  <a:pt x="4596052" y="3268795"/>
                </a:lnTo>
                <a:lnTo>
                  <a:pt x="4524232" y="3268795"/>
                </a:lnTo>
                <a:lnTo>
                  <a:pt x="4452412" y="3268795"/>
                </a:lnTo>
                <a:lnTo>
                  <a:pt x="4380590" y="3268795"/>
                </a:lnTo>
                <a:lnTo>
                  <a:pt x="4308771" y="3268795"/>
                </a:lnTo>
                <a:lnTo>
                  <a:pt x="4236949" y="3268795"/>
                </a:lnTo>
                <a:lnTo>
                  <a:pt x="4165129" y="3268795"/>
                </a:lnTo>
                <a:lnTo>
                  <a:pt x="4093307" y="3268795"/>
                </a:lnTo>
                <a:lnTo>
                  <a:pt x="4021487" y="3268795"/>
                </a:lnTo>
                <a:lnTo>
                  <a:pt x="3949665" y="3268795"/>
                </a:lnTo>
                <a:lnTo>
                  <a:pt x="3877845" y="3268795"/>
                </a:lnTo>
                <a:lnTo>
                  <a:pt x="3806024" y="3268795"/>
                </a:lnTo>
                <a:lnTo>
                  <a:pt x="3734204" y="3268795"/>
                </a:lnTo>
                <a:lnTo>
                  <a:pt x="3662384" y="3268795"/>
                </a:lnTo>
                <a:lnTo>
                  <a:pt x="3590562" y="3268795"/>
                </a:lnTo>
                <a:lnTo>
                  <a:pt x="3518742" y="3268795"/>
                </a:lnTo>
                <a:lnTo>
                  <a:pt x="3446921" y="3268795"/>
                </a:lnTo>
                <a:lnTo>
                  <a:pt x="3375101" y="3268795"/>
                </a:lnTo>
                <a:lnTo>
                  <a:pt x="3303279" y="3268795"/>
                </a:lnTo>
                <a:lnTo>
                  <a:pt x="3231459" y="3268795"/>
                </a:lnTo>
                <a:lnTo>
                  <a:pt x="3159637" y="3268795"/>
                </a:lnTo>
                <a:lnTo>
                  <a:pt x="3087818" y="3268795"/>
                </a:lnTo>
                <a:lnTo>
                  <a:pt x="3015996" y="3268795"/>
                </a:lnTo>
                <a:lnTo>
                  <a:pt x="2944176" y="3268795"/>
                </a:lnTo>
                <a:lnTo>
                  <a:pt x="2872354" y="3268795"/>
                </a:lnTo>
                <a:lnTo>
                  <a:pt x="2800534" y="3268795"/>
                </a:lnTo>
                <a:lnTo>
                  <a:pt x="2728715" y="3268795"/>
                </a:lnTo>
                <a:lnTo>
                  <a:pt x="2656893" y="3268795"/>
                </a:lnTo>
                <a:lnTo>
                  <a:pt x="2585073" y="3268795"/>
                </a:lnTo>
                <a:lnTo>
                  <a:pt x="2513251" y="3268795"/>
                </a:lnTo>
                <a:lnTo>
                  <a:pt x="2441431" y="3268795"/>
                </a:lnTo>
                <a:lnTo>
                  <a:pt x="2369609" y="3268795"/>
                </a:lnTo>
                <a:lnTo>
                  <a:pt x="2297790" y="3268795"/>
                </a:lnTo>
                <a:lnTo>
                  <a:pt x="2225968" y="3268795"/>
                </a:lnTo>
                <a:lnTo>
                  <a:pt x="2154148" y="3268795"/>
                </a:lnTo>
                <a:lnTo>
                  <a:pt x="2082326" y="3268795"/>
                </a:lnTo>
                <a:lnTo>
                  <a:pt x="2010506" y="3268795"/>
                </a:lnTo>
                <a:lnTo>
                  <a:pt x="1938684" y="3268795"/>
                </a:lnTo>
                <a:lnTo>
                  <a:pt x="1866865" y="3268795"/>
                </a:lnTo>
                <a:lnTo>
                  <a:pt x="1795045" y="3268795"/>
                </a:lnTo>
                <a:lnTo>
                  <a:pt x="1723223" y="3268795"/>
                </a:lnTo>
                <a:lnTo>
                  <a:pt x="1651403" y="3268795"/>
                </a:lnTo>
                <a:lnTo>
                  <a:pt x="1579581" y="3268795"/>
                </a:lnTo>
                <a:lnTo>
                  <a:pt x="1507762" y="3268795"/>
                </a:lnTo>
                <a:lnTo>
                  <a:pt x="1435940" y="3268795"/>
                </a:lnTo>
                <a:lnTo>
                  <a:pt x="1364120" y="3268795"/>
                </a:lnTo>
                <a:lnTo>
                  <a:pt x="1292298" y="3268795"/>
                </a:lnTo>
                <a:lnTo>
                  <a:pt x="1220478" y="3268795"/>
                </a:lnTo>
                <a:lnTo>
                  <a:pt x="1148657" y="3268795"/>
                </a:lnTo>
                <a:lnTo>
                  <a:pt x="1076837" y="3268795"/>
                </a:lnTo>
                <a:lnTo>
                  <a:pt x="1005017" y="3268795"/>
                </a:lnTo>
                <a:lnTo>
                  <a:pt x="933195" y="3268795"/>
                </a:lnTo>
                <a:lnTo>
                  <a:pt x="861375" y="3268795"/>
                </a:lnTo>
                <a:lnTo>
                  <a:pt x="789554" y="3268795"/>
                </a:lnTo>
                <a:lnTo>
                  <a:pt x="717734" y="3268795"/>
                </a:lnTo>
                <a:lnTo>
                  <a:pt x="645912" y="3268795"/>
                </a:lnTo>
                <a:lnTo>
                  <a:pt x="574092" y="3268795"/>
                </a:lnTo>
                <a:lnTo>
                  <a:pt x="502270" y="3268795"/>
                </a:lnTo>
                <a:lnTo>
                  <a:pt x="430451" y="3268795"/>
                </a:lnTo>
                <a:lnTo>
                  <a:pt x="358629" y="3268795"/>
                </a:lnTo>
                <a:lnTo>
                  <a:pt x="286809" y="3268795"/>
                </a:lnTo>
                <a:lnTo>
                  <a:pt x="214987" y="3268795"/>
                </a:lnTo>
                <a:lnTo>
                  <a:pt x="143167" y="3268798"/>
                </a:lnTo>
                <a:lnTo>
                  <a:pt x="72803" y="3280819"/>
                </a:lnTo>
                <a:lnTo>
                  <a:pt x="19297" y="3326667"/>
                </a:lnTo>
                <a:lnTo>
                  <a:pt x="563" y="3395355"/>
                </a:lnTo>
                <a:lnTo>
                  <a:pt x="0" y="3467165"/>
                </a:lnTo>
                <a:lnTo>
                  <a:pt x="0" y="3538984"/>
                </a:lnTo>
                <a:lnTo>
                  <a:pt x="0" y="3610806"/>
                </a:lnTo>
                <a:lnTo>
                  <a:pt x="0" y="3682626"/>
                </a:lnTo>
                <a:lnTo>
                  <a:pt x="0" y="3754448"/>
                </a:lnTo>
                <a:lnTo>
                  <a:pt x="0" y="3826268"/>
                </a:lnTo>
                <a:lnTo>
                  <a:pt x="0" y="3898090"/>
                </a:lnTo>
                <a:lnTo>
                  <a:pt x="0" y="3969909"/>
                </a:lnTo>
                <a:lnTo>
                  <a:pt x="0" y="4041731"/>
                </a:lnTo>
                <a:lnTo>
                  <a:pt x="0" y="4113551"/>
                </a:lnTo>
                <a:lnTo>
                  <a:pt x="0" y="4185371"/>
                </a:lnTo>
                <a:lnTo>
                  <a:pt x="0" y="4257193"/>
                </a:lnTo>
                <a:lnTo>
                  <a:pt x="0" y="4329012"/>
                </a:lnTo>
                <a:lnTo>
                  <a:pt x="0" y="4400834"/>
                </a:lnTo>
                <a:lnTo>
                  <a:pt x="0" y="4472654"/>
                </a:lnTo>
                <a:lnTo>
                  <a:pt x="0" y="4544476"/>
                </a:lnTo>
                <a:lnTo>
                  <a:pt x="0" y="4616296"/>
                </a:lnTo>
                <a:lnTo>
                  <a:pt x="0" y="4688117"/>
                </a:lnTo>
                <a:lnTo>
                  <a:pt x="0" y="4759937"/>
                </a:lnTo>
                <a:lnTo>
                  <a:pt x="0" y="4831759"/>
                </a:lnTo>
                <a:lnTo>
                  <a:pt x="0" y="4903579"/>
                </a:lnTo>
                <a:lnTo>
                  <a:pt x="0" y="4975401"/>
                </a:lnTo>
                <a:lnTo>
                  <a:pt x="0" y="5047220"/>
                </a:lnTo>
                <a:lnTo>
                  <a:pt x="0" y="5119040"/>
                </a:lnTo>
                <a:lnTo>
                  <a:pt x="0" y="5190862"/>
                </a:lnTo>
                <a:lnTo>
                  <a:pt x="0" y="5262682"/>
                </a:lnTo>
                <a:lnTo>
                  <a:pt x="0" y="5334504"/>
                </a:lnTo>
                <a:lnTo>
                  <a:pt x="0" y="5406323"/>
                </a:lnTo>
                <a:lnTo>
                  <a:pt x="0" y="5478145"/>
                </a:lnTo>
                <a:lnTo>
                  <a:pt x="0" y="5549965"/>
                </a:lnTo>
                <a:lnTo>
                  <a:pt x="0" y="5621787"/>
                </a:lnTo>
                <a:lnTo>
                  <a:pt x="0" y="5693607"/>
                </a:lnTo>
                <a:lnTo>
                  <a:pt x="0" y="5765429"/>
                </a:lnTo>
                <a:lnTo>
                  <a:pt x="0" y="5837248"/>
                </a:lnTo>
                <a:lnTo>
                  <a:pt x="0" y="5909068"/>
                </a:lnTo>
                <a:lnTo>
                  <a:pt x="0" y="5980890"/>
                </a:lnTo>
                <a:lnTo>
                  <a:pt x="0" y="6052710"/>
                </a:lnTo>
                <a:lnTo>
                  <a:pt x="0" y="6124532"/>
                </a:lnTo>
                <a:lnTo>
                  <a:pt x="0" y="6196351"/>
                </a:lnTo>
                <a:lnTo>
                  <a:pt x="0" y="6268173"/>
                </a:lnTo>
                <a:lnTo>
                  <a:pt x="0" y="6339993"/>
                </a:lnTo>
                <a:lnTo>
                  <a:pt x="0" y="6411815"/>
                </a:lnTo>
                <a:lnTo>
                  <a:pt x="4454" y="6483311"/>
                </a:lnTo>
                <a:lnTo>
                  <a:pt x="41168" y="6543265"/>
                </a:lnTo>
                <a:lnTo>
                  <a:pt x="108374" y="6565725"/>
                </a:lnTo>
                <a:lnTo>
                  <a:pt x="180180" y="6566390"/>
                </a:lnTo>
                <a:lnTo>
                  <a:pt x="252000" y="6566390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ble"/>
          <p:cNvSpPr/>
          <p:nvPr/>
        </p:nvSpPr>
        <p:spPr>
          <a:xfrm>
            <a:off x="5986792" y="7977589"/>
            <a:ext cx="14389179" cy="6566390"/>
          </a:xfrm>
          <a:custGeom>
            <a:avLst/>
            <a:gdLst/>
            <a:ahLst/>
            <a:cxnLst/>
            <a:rect l="l" t="t" r="r" b="b"/>
            <a:pathLst>
              <a:path w="14389179" h="6566390">
                <a:moveTo>
                  <a:pt x="14137179" y="0"/>
                </a:moveTo>
                <a:lnTo>
                  <a:pt x="14208990" y="0"/>
                </a:lnTo>
                <a:lnTo>
                  <a:pt x="14280783" y="669"/>
                </a:lnTo>
                <a:lnTo>
                  <a:pt x="14347987" y="23109"/>
                </a:lnTo>
                <a:lnTo>
                  <a:pt x="14384716" y="83041"/>
                </a:lnTo>
                <a:lnTo>
                  <a:pt x="14389179" y="154528"/>
                </a:lnTo>
                <a:lnTo>
                  <a:pt x="14389179" y="226339"/>
                </a:lnTo>
                <a:lnTo>
                  <a:pt x="14389179" y="298150"/>
                </a:lnTo>
                <a:lnTo>
                  <a:pt x="14389179" y="369961"/>
                </a:lnTo>
                <a:lnTo>
                  <a:pt x="14389179" y="441773"/>
                </a:lnTo>
                <a:lnTo>
                  <a:pt x="14389179" y="513584"/>
                </a:lnTo>
                <a:lnTo>
                  <a:pt x="14389179" y="585394"/>
                </a:lnTo>
                <a:lnTo>
                  <a:pt x="14389179" y="657206"/>
                </a:lnTo>
                <a:lnTo>
                  <a:pt x="14389179" y="729017"/>
                </a:lnTo>
                <a:lnTo>
                  <a:pt x="14389179" y="800828"/>
                </a:lnTo>
                <a:lnTo>
                  <a:pt x="14389179" y="872639"/>
                </a:lnTo>
                <a:lnTo>
                  <a:pt x="14389179" y="944451"/>
                </a:lnTo>
                <a:lnTo>
                  <a:pt x="14389179" y="1016262"/>
                </a:lnTo>
                <a:lnTo>
                  <a:pt x="14389179" y="1088073"/>
                </a:lnTo>
                <a:lnTo>
                  <a:pt x="14389179" y="1159884"/>
                </a:lnTo>
                <a:lnTo>
                  <a:pt x="14389179" y="1231696"/>
                </a:lnTo>
                <a:lnTo>
                  <a:pt x="14389179" y="1303507"/>
                </a:lnTo>
                <a:lnTo>
                  <a:pt x="14389179" y="1375318"/>
                </a:lnTo>
                <a:lnTo>
                  <a:pt x="14389179" y="1447129"/>
                </a:lnTo>
                <a:lnTo>
                  <a:pt x="14389179" y="1518940"/>
                </a:lnTo>
                <a:lnTo>
                  <a:pt x="14389179" y="1590752"/>
                </a:lnTo>
                <a:lnTo>
                  <a:pt x="14389179" y="1662563"/>
                </a:lnTo>
                <a:lnTo>
                  <a:pt x="14389179" y="1734374"/>
                </a:lnTo>
                <a:lnTo>
                  <a:pt x="14389179" y="1806186"/>
                </a:lnTo>
                <a:lnTo>
                  <a:pt x="14389179" y="1877997"/>
                </a:lnTo>
                <a:lnTo>
                  <a:pt x="14389179" y="1949808"/>
                </a:lnTo>
                <a:lnTo>
                  <a:pt x="14389179" y="2021619"/>
                </a:lnTo>
                <a:lnTo>
                  <a:pt x="14389179" y="2093430"/>
                </a:lnTo>
                <a:lnTo>
                  <a:pt x="14389179" y="2165242"/>
                </a:lnTo>
                <a:lnTo>
                  <a:pt x="14389179" y="2237052"/>
                </a:lnTo>
                <a:lnTo>
                  <a:pt x="14389179" y="2308863"/>
                </a:lnTo>
                <a:lnTo>
                  <a:pt x="14389179" y="2380675"/>
                </a:lnTo>
                <a:lnTo>
                  <a:pt x="14389179" y="2452486"/>
                </a:lnTo>
                <a:lnTo>
                  <a:pt x="14389179" y="2524297"/>
                </a:lnTo>
                <a:lnTo>
                  <a:pt x="14389179" y="2596108"/>
                </a:lnTo>
                <a:lnTo>
                  <a:pt x="14389179" y="2667919"/>
                </a:lnTo>
                <a:lnTo>
                  <a:pt x="14389179" y="2739731"/>
                </a:lnTo>
                <a:lnTo>
                  <a:pt x="14389179" y="2811542"/>
                </a:lnTo>
                <a:lnTo>
                  <a:pt x="14389179" y="2883353"/>
                </a:lnTo>
                <a:lnTo>
                  <a:pt x="14389179" y="2955165"/>
                </a:lnTo>
                <a:lnTo>
                  <a:pt x="14389179" y="3026976"/>
                </a:lnTo>
                <a:lnTo>
                  <a:pt x="14389179" y="3098787"/>
                </a:lnTo>
                <a:lnTo>
                  <a:pt x="14384868" y="3170313"/>
                </a:lnTo>
                <a:lnTo>
                  <a:pt x="14352652" y="3233314"/>
                </a:lnTo>
                <a:lnTo>
                  <a:pt x="14289245" y="3264779"/>
                </a:lnTo>
                <a:lnTo>
                  <a:pt x="14217689" y="3268796"/>
                </a:lnTo>
                <a:lnTo>
                  <a:pt x="14145878" y="3268796"/>
                </a:lnTo>
                <a:lnTo>
                  <a:pt x="14074067" y="3268796"/>
                </a:lnTo>
                <a:lnTo>
                  <a:pt x="14002256" y="3268796"/>
                </a:lnTo>
                <a:lnTo>
                  <a:pt x="13930443" y="3268796"/>
                </a:lnTo>
                <a:lnTo>
                  <a:pt x="13858632" y="3268796"/>
                </a:lnTo>
                <a:lnTo>
                  <a:pt x="13786821" y="3268796"/>
                </a:lnTo>
                <a:lnTo>
                  <a:pt x="13715010" y="3268796"/>
                </a:lnTo>
                <a:lnTo>
                  <a:pt x="13643199" y="3268796"/>
                </a:lnTo>
                <a:lnTo>
                  <a:pt x="13571388" y="3268796"/>
                </a:lnTo>
                <a:lnTo>
                  <a:pt x="13499578" y="3268796"/>
                </a:lnTo>
                <a:lnTo>
                  <a:pt x="13427767" y="3268796"/>
                </a:lnTo>
                <a:lnTo>
                  <a:pt x="13355953" y="3268796"/>
                </a:lnTo>
                <a:lnTo>
                  <a:pt x="13284143" y="3268796"/>
                </a:lnTo>
                <a:lnTo>
                  <a:pt x="13212332" y="3268796"/>
                </a:lnTo>
                <a:lnTo>
                  <a:pt x="13140521" y="3268796"/>
                </a:lnTo>
                <a:lnTo>
                  <a:pt x="13068710" y="3268796"/>
                </a:lnTo>
                <a:lnTo>
                  <a:pt x="12996899" y="3268796"/>
                </a:lnTo>
                <a:lnTo>
                  <a:pt x="12925088" y="3268796"/>
                </a:lnTo>
                <a:lnTo>
                  <a:pt x="12853277" y="3268796"/>
                </a:lnTo>
                <a:lnTo>
                  <a:pt x="12781464" y="3268796"/>
                </a:lnTo>
                <a:lnTo>
                  <a:pt x="12709653" y="3268796"/>
                </a:lnTo>
                <a:lnTo>
                  <a:pt x="12637842" y="3268796"/>
                </a:lnTo>
                <a:lnTo>
                  <a:pt x="12566031" y="3268796"/>
                </a:lnTo>
                <a:lnTo>
                  <a:pt x="12494220" y="3268796"/>
                </a:lnTo>
                <a:lnTo>
                  <a:pt x="12422409" y="3268796"/>
                </a:lnTo>
                <a:lnTo>
                  <a:pt x="12350598" y="3268796"/>
                </a:lnTo>
                <a:lnTo>
                  <a:pt x="12278787" y="3268796"/>
                </a:lnTo>
                <a:lnTo>
                  <a:pt x="12206974" y="3268796"/>
                </a:lnTo>
                <a:lnTo>
                  <a:pt x="12135163" y="3268796"/>
                </a:lnTo>
                <a:lnTo>
                  <a:pt x="12063352" y="3268796"/>
                </a:lnTo>
                <a:lnTo>
                  <a:pt x="11991541" y="3268796"/>
                </a:lnTo>
                <a:lnTo>
                  <a:pt x="11919730" y="3268796"/>
                </a:lnTo>
                <a:lnTo>
                  <a:pt x="11847920" y="3268796"/>
                </a:lnTo>
                <a:lnTo>
                  <a:pt x="11776109" y="3268796"/>
                </a:lnTo>
                <a:lnTo>
                  <a:pt x="11704298" y="3268796"/>
                </a:lnTo>
                <a:lnTo>
                  <a:pt x="11632485" y="3268796"/>
                </a:lnTo>
                <a:lnTo>
                  <a:pt x="11560674" y="3268796"/>
                </a:lnTo>
                <a:lnTo>
                  <a:pt x="11488863" y="3268796"/>
                </a:lnTo>
                <a:lnTo>
                  <a:pt x="11417052" y="3268796"/>
                </a:lnTo>
                <a:lnTo>
                  <a:pt x="11345241" y="3268796"/>
                </a:lnTo>
                <a:lnTo>
                  <a:pt x="11273430" y="3268796"/>
                </a:lnTo>
                <a:lnTo>
                  <a:pt x="11201619" y="3268796"/>
                </a:lnTo>
                <a:lnTo>
                  <a:pt x="11129808" y="3268796"/>
                </a:lnTo>
                <a:lnTo>
                  <a:pt x="11057995" y="3268796"/>
                </a:lnTo>
                <a:lnTo>
                  <a:pt x="10986184" y="3268796"/>
                </a:lnTo>
                <a:lnTo>
                  <a:pt x="10914373" y="3268796"/>
                </a:lnTo>
                <a:lnTo>
                  <a:pt x="10842562" y="3268796"/>
                </a:lnTo>
                <a:lnTo>
                  <a:pt x="10770751" y="3268796"/>
                </a:lnTo>
                <a:lnTo>
                  <a:pt x="10698940" y="3268796"/>
                </a:lnTo>
                <a:lnTo>
                  <a:pt x="10627129" y="3268796"/>
                </a:lnTo>
                <a:lnTo>
                  <a:pt x="10555318" y="3268796"/>
                </a:lnTo>
                <a:lnTo>
                  <a:pt x="10483505" y="3268796"/>
                </a:lnTo>
                <a:lnTo>
                  <a:pt x="10411694" y="3268796"/>
                </a:lnTo>
                <a:lnTo>
                  <a:pt x="10339883" y="3268796"/>
                </a:lnTo>
                <a:lnTo>
                  <a:pt x="10268072" y="3268796"/>
                </a:lnTo>
                <a:lnTo>
                  <a:pt x="10196261" y="3268796"/>
                </a:lnTo>
                <a:lnTo>
                  <a:pt x="10124451" y="3268796"/>
                </a:lnTo>
                <a:lnTo>
                  <a:pt x="10052640" y="3268796"/>
                </a:lnTo>
                <a:lnTo>
                  <a:pt x="9980829" y="3268796"/>
                </a:lnTo>
                <a:lnTo>
                  <a:pt x="9909016" y="3268796"/>
                </a:lnTo>
                <a:lnTo>
                  <a:pt x="9837205" y="3268796"/>
                </a:lnTo>
                <a:lnTo>
                  <a:pt x="9765394" y="3268796"/>
                </a:lnTo>
                <a:lnTo>
                  <a:pt x="9693583" y="3268796"/>
                </a:lnTo>
                <a:lnTo>
                  <a:pt x="9621772" y="3268796"/>
                </a:lnTo>
                <a:lnTo>
                  <a:pt x="9549961" y="3268796"/>
                </a:lnTo>
                <a:lnTo>
                  <a:pt x="9478150" y="3268796"/>
                </a:lnTo>
                <a:lnTo>
                  <a:pt x="9406339" y="3268796"/>
                </a:lnTo>
                <a:lnTo>
                  <a:pt x="9334527" y="3268796"/>
                </a:lnTo>
                <a:lnTo>
                  <a:pt x="9262715" y="3268796"/>
                </a:lnTo>
                <a:lnTo>
                  <a:pt x="9190904" y="3268796"/>
                </a:lnTo>
                <a:lnTo>
                  <a:pt x="9119093" y="3268796"/>
                </a:lnTo>
                <a:lnTo>
                  <a:pt x="9047282" y="3268796"/>
                </a:lnTo>
                <a:lnTo>
                  <a:pt x="8975471" y="3268796"/>
                </a:lnTo>
                <a:lnTo>
                  <a:pt x="8903660" y="3268796"/>
                </a:lnTo>
                <a:lnTo>
                  <a:pt x="8831849" y="3268796"/>
                </a:lnTo>
                <a:lnTo>
                  <a:pt x="8760037" y="3268796"/>
                </a:lnTo>
                <a:lnTo>
                  <a:pt x="8688225" y="3268796"/>
                </a:lnTo>
                <a:lnTo>
                  <a:pt x="8616414" y="3268796"/>
                </a:lnTo>
                <a:lnTo>
                  <a:pt x="8544603" y="3268796"/>
                </a:lnTo>
                <a:lnTo>
                  <a:pt x="8472793" y="3268796"/>
                </a:lnTo>
                <a:lnTo>
                  <a:pt x="8400982" y="3268796"/>
                </a:lnTo>
                <a:lnTo>
                  <a:pt x="8329171" y="3268796"/>
                </a:lnTo>
                <a:lnTo>
                  <a:pt x="8257360" y="3268796"/>
                </a:lnTo>
                <a:lnTo>
                  <a:pt x="8185547" y="3268796"/>
                </a:lnTo>
                <a:lnTo>
                  <a:pt x="8113736" y="3268796"/>
                </a:lnTo>
                <a:lnTo>
                  <a:pt x="8041925" y="3268796"/>
                </a:lnTo>
                <a:lnTo>
                  <a:pt x="7970114" y="3268796"/>
                </a:lnTo>
                <a:lnTo>
                  <a:pt x="7898303" y="3268796"/>
                </a:lnTo>
                <a:lnTo>
                  <a:pt x="7826492" y="3268796"/>
                </a:lnTo>
                <a:lnTo>
                  <a:pt x="7754681" y="3268796"/>
                </a:lnTo>
                <a:lnTo>
                  <a:pt x="7682870" y="3268796"/>
                </a:lnTo>
                <a:lnTo>
                  <a:pt x="7611057" y="3268796"/>
                </a:lnTo>
                <a:lnTo>
                  <a:pt x="7539246" y="3268796"/>
                </a:lnTo>
                <a:lnTo>
                  <a:pt x="7467435" y="3268796"/>
                </a:lnTo>
                <a:lnTo>
                  <a:pt x="7395624" y="3268796"/>
                </a:lnTo>
                <a:lnTo>
                  <a:pt x="7323813" y="3268796"/>
                </a:lnTo>
                <a:lnTo>
                  <a:pt x="7252002" y="3268796"/>
                </a:lnTo>
                <a:lnTo>
                  <a:pt x="7180191" y="3268796"/>
                </a:lnTo>
                <a:lnTo>
                  <a:pt x="7108380" y="3268796"/>
                </a:lnTo>
                <a:lnTo>
                  <a:pt x="7036567" y="3268796"/>
                </a:lnTo>
                <a:lnTo>
                  <a:pt x="6964756" y="3268796"/>
                </a:lnTo>
                <a:lnTo>
                  <a:pt x="6892945" y="3268796"/>
                </a:lnTo>
                <a:lnTo>
                  <a:pt x="6821134" y="3268796"/>
                </a:lnTo>
                <a:lnTo>
                  <a:pt x="6749324" y="3268796"/>
                </a:lnTo>
                <a:lnTo>
                  <a:pt x="6677513" y="3268796"/>
                </a:lnTo>
                <a:lnTo>
                  <a:pt x="6605702" y="3268796"/>
                </a:lnTo>
                <a:lnTo>
                  <a:pt x="6533891" y="3268796"/>
                </a:lnTo>
                <a:lnTo>
                  <a:pt x="6462078" y="3268796"/>
                </a:lnTo>
                <a:lnTo>
                  <a:pt x="6390267" y="3268795"/>
                </a:lnTo>
                <a:lnTo>
                  <a:pt x="6318456" y="3268795"/>
                </a:lnTo>
                <a:lnTo>
                  <a:pt x="6246645" y="3268795"/>
                </a:lnTo>
                <a:lnTo>
                  <a:pt x="6174834" y="3268795"/>
                </a:lnTo>
                <a:lnTo>
                  <a:pt x="6103023" y="3268795"/>
                </a:lnTo>
                <a:lnTo>
                  <a:pt x="6031212" y="3268795"/>
                </a:lnTo>
                <a:lnTo>
                  <a:pt x="5959401" y="3268795"/>
                </a:lnTo>
                <a:lnTo>
                  <a:pt x="5887588" y="3268795"/>
                </a:lnTo>
                <a:lnTo>
                  <a:pt x="5815777" y="3268795"/>
                </a:lnTo>
                <a:lnTo>
                  <a:pt x="5743966" y="3268795"/>
                </a:lnTo>
                <a:lnTo>
                  <a:pt x="5672155" y="3268795"/>
                </a:lnTo>
                <a:lnTo>
                  <a:pt x="5600344" y="3268795"/>
                </a:lnTo>
                <a:lnTo>
                  <a:pt x="5528533" y="3268795"/>
                </a:lnTo>
                <a:lnTo>
                  <a:pt x="5456722" y="3268795"/>
                </a:lnTo>
                <a:lnTo>
                  <a:pt x="5384911" y="3268795"/>
                </a:lnTo>
                <a:lnTo>
                  <a:pt x="5313098" y="3268795"/>
                </a:lnTo>
                <a:lnTo>
                  <a:pt x="5241287" y="3268795"/>
                </a:lnTo>
                <a:lnTo>
                  <a:pt x="5169476" y="3268795"/>
                </a:lnTo>
                <a:lnTo>
                  <a:pt x="5097666" y="3268795"/>
                </a:lnTo>
                <a:lnTo>
                  <a:pt x="5025855" y="3268795"/>
                </a:lnTo>
                <a:lnTo>
                  <a:pt x="4954044" y="3268795"/>
                </a:lnTo>
                <a:lnTo>
                  <a:pt x="4882233" y="3268795"/>
                </a:lnTo>
                <a:lnTo>
                  <a:pt x="4810422" y="3268795"/>
                </a:lnTo>
                <a:lnTo>
                  <a:pt x="4738609" y="3268795"/>
                </a:lnTo>
                <a:lnTo>
                  <a:pt x="4666798" y="3268795"/>
                </a:lnTo>
                <a:lnTo>
                  <a:pt x="4594987" y="3268795"/>
                </a:lnTo>
                <a:lnTo>
                  <a:pt x="4523176" y="3268795"/>
                </a:lnTo>
                <a:lnTo>
                  <a:pt x="4451365" y="3268795"/>
                </a:lnTo>
                <a:lnTo>
                  <a:pt x="4379554" y="3268795"/>
                </a:lnTo>
                <a:lnTo>
                  <a:pt x="4307743" y="3268795"/>
                </a:lnTo>
                <a:lnTo>
                  <a:pt x="4235932" y="3268795"/>
                </a:lnTo>
                <a:lnTo>
                  <a:pt x="4164119" y="3268795"/>
                </a:lnTo>
                <a:lnTo>
                  <a:pt x="4092308" y="3268795"/>
                </a:lnTo>
                <a:lnTo>
                  <a:pt x="4020497" y="3268795"/>
                </a:lnTo>
                <a:lnTo>
                  <a:pt x="3948686" y="3268795"/>
                </a:lnTo>
                <a:lnTo>
                  <a:pt x="3876875" y="3268795"/>
                </a:lnTo>
                <a:lnTo>
                  <a:pt x="3805064" y="3268795"/>
                </a:lnTo>
                <a:lnTo>
                  <a:pt x="3733253" y="3268795"/>
                </a:lnTo>
                <a:lnTo>
                  <a:pt x="3661442" y="3268795"/>
                </a:lnTo>
                <a:lnTo>
                  <a:pt x="3589629" y="3268795"/>
                </a:lnTo>
                <a:lnTo>
                  <a:pt x="3517818" y="3268795"/>
                </a:lnTo>
                <a:lnTo>
                  <a:pt x="3446007" y="3268795"/>
                </a:lnTo>
                <a:lnTo>
                  <a:pt x="3374197" y="3268795"/>
                </a:lnTo>
                <a:lnTo>
                  <a:pt x="3302386" y="3268795"/>
                </a:lnTo>
                <a:lnTo>
                  <a:pt x="3230575" y="3268795"/>
                </a:lnTo>
                <a:lnTo>
                  <a:pt x="3158763" y="3268795"/>
                </a:lnTo>
                <a:lnTo>
                  <a:pt x="3086952" y="3268795"/>
                </a:lnTo>
                <a:lnTo>
                  <a:pt x="3015140" y="3268795"/>
                </a:lnTo>
                <a:lnTo>
                  <a:pt x="2943329" y="3268795"/>
                </a:lnTo>
                <a:lnTo>
                  <a:pt x="2871518" y="3268795"/>
                </a:lnTo>
                <a:lnTo>
                  <a:pt x="2799707" y="3268795"/>
                </a:lnTo>
                <a:lnTo>
                  <a:pt x="2727897" y="3268795"/>
                </a:lnTo>
                <a:lnTo>
                  <a:pt x="2656084" y="3268795"/>
                </a:lnTo>
                <a:lnTo>
                  <a:pt x="2584274" y="3268795"/>
                </a:lnTo>
                <a:lnTo>
                  <a:pt x="2512463" y="3268795"/>
                </a:lnTo>
                <a:lnTo>
                  <a:pt x="2440651" y="3268795"/>
                </a:lnTo>
                <a:lnTo>
                  <a:pt x="2368840" y="3268795"/>
                </a:lnTo>
                <a:lnTo>
                  <a:pt x="2297029" y="3268795"/>
                </a:lnTo>
                <a:lnTo>
                  <a:pt x="2225218" y="3268795"/>
                </a:lnTo>
                <a:lnTo>
                  <a:pt x="2153407" y="3268795"/>
                </a:lnTo>
                <a:lnTo>
                  <a:pt x="2081595" y="3268795"/>
                </a:lnTo>
                <a:lnTo>
                  <a:pt x="2009784" y="3268795"/>
                </a:lnTo>
                <a:lnTo>
                  <a:pt x="1937973" y="3268795"/>
                </a:lnTo>
                <a:lnTo>
                  <a:pt x="1866161" y="3268795"/>
                </a:lnTo>
                <a:lnTo>
                  <a:pt x="1794350" y="3268795"/>
                </a:lnTo>
                <a:lnTo>
                  <a:pt x="1722539" y="3268795"/>
                </a:lnTo>
                <a:lnTo>
                  <a:pt x="1650728" y="3268795"/>
                </a:lnTo>
                <a:lnTo>
                  <a:pt x="1578917" y="3268795"/>
                </a:lnTo>
                <a:lnTo>
                  <a:pt x="1507105" y="3268795"/>
                </a:lnTo>
                <a:lnTo>
                  <a:pt x="1435294" y="3268795"/>
                </a:lnTo>
                <a:lnTo>
                  <a:pt x="1363483" y="3268795"/>
                </a:lnTo>
                <a:lnTo>
                  <a:pt x="1291671" y="3268795"/>
                </a:lnTo>
                <a:lnTo>
                  <a:pt x="1219860" y="3268795"/>
                </a:lnTo>
                <a:lnTo>
                  <a:pt x="1148049" y="3268795"/>
                </a:lnTo>
                <a:lnTo>
                  <a:pt x="1076238" y="3268795"/>
                </a:lnTo>
                <a:lnTo>
                  <a:pt x="1004428" y="3268795"/>
                </a:lnTo>
                <a:lnTo>
                  <a:pt x="932616" y="3268795"/>
                </a:lnTo>
                <a:lnTo>
                  <a:pt x="860805" y="3268795"/>
                </a:lnTo>
                <a:lnTo>
                  <a:pt x="788994" y="3268795"/>
                </a:lnTo>
                <a:lnTo>
                  <a:pt x="717182" y="3268795"/>
                </a:lnTo>
                <a:lnTo>
                  <a:pt x="645371" y="3268795"/>
                </a:lnTo>
                <a:lnTo>
                  <a:pt x="573560" y="3268795"/>
                </a:lnTo>
                <a:lnTo>
                  <a:pt x="501749" y="3268795"/>
                </a:lnTo>
                <a:lnTo>
                  <a:pt x="429938" y="3268795"/>
                </a:lnTo>
                <a:lnTo>
                  <a:pt x="358126" y="3268795"/>
                </a:lnTo>
                <a:lnTo>
                  <a:pt x="286315" y="3268795"/>
                </a:lnTo>
                <a:lnTo>
                  <a:pt x="214504" y="3268795"/>
                </a:lnTo>
                <a:lnTo>
                  <a:pt x="142693" y="3268800"/>
                </a:lnTo>
                <a:lnTo>
                  <a:pt x="72371" y="3280997"/>
                </a:lnTo>
                <a:lnTo>
                  <a:pt x="19071" y="3327063"/>
                </a:lnTo>
                <a:lnTo>
                  <a:pt x="535" y="3395801"/>
                </a:lnTo>
                <a:lnTo>
                  <a:pt x="0" y="3467602"/>
                </a:lnTo>
                <a:lnTo>
                  <a:pt x="0" y="3539414"/>
                </a:lnTo>
                <a:lnTo>
                  <a:pt x="0" y="3611225"/>
                </a:lnTo>
                <a:lnTo>
                  <a:pt x="0" y="3683036"/>
                </a:lnTo>
                <a:lnTo>
                  <a:pt x="0" y="3754848"/>
                </a:lnTo>
                <a:lnTo>
                  <a:pt x="0" y="3826659"/>
                </a:lnTo>
                <a:lnTo>
                  <a:pt x="0" y="3898470"/>
                </a:lnTo>
                <a:lnTo>
                  <a:pt x="0" y="3970281"/>
                </a:lnTo>
                <a:lnTo>
                  <a:pt x="0" y="4042092"/>
                </a:lnTo>
                <a:lnTo>
                  <a:pt x="0" y="4113902"/>
                </a:lnTo>
                <a:lnTo>
                  <a:pt x="0" y="4185713"/>
                </a:lnTo>
                <a:lnTo>
                  <a:pt x="0" y="4257527"/>
                </a:lnTo>
                <a:lnTo>
                  <a:pt x="0" y="4329337"/>
                </a:lnTo>
                <a:lnTo>
                  <a:pt x="0" y="4401148"/>
                </a:lnTo>
                <a:lnTo>
                  <a:pt x="0" y="4472959"/>
                </a:lnTo>
                <a:lnTo>
                  <a:pt x="0" y="4544770"/>
                </a:lnTo>
                <a:lnTo>
                  <a:pt x="0" y="4616581"/>
                </a:lnTo>
                <a:lnTo>
                  <a:pt x="0" y="4688392"/>
                </a:lnTo>
                <a:lnTo>
                  <a:pt x="0" y="4760205"/>
                </a:lnTo>
                <a:lnTo>
                  <a:pt x="0" y="4832016"/>
                </a:lnTo>
                <a:lnTo>
                  <a:pt x="0" y="4903827"/>
                </a:lnTo>
                <a:lnTo>
                  <a:pt x="0" y="4975638"/>
                </a:lnTo>
                <a:lnTo>
                  <a:pt x="0" y="5047449"/>
                </a:lnTo>
                <a:lnTo>
                  <a:pt x="0" y="5119260"/>
                </a:lnTo>
                <a:lnTo>
                  <a:pt x="0" y="5191071"/>
                </a:lnTo>
                <a:lnTo>
                  <a:pt x="0" y="5262882"/>
                </a:lnTo>
                <a:lnTo>
                  <a:pt x="0" y="5334693"/>
                </a:lnTo>
                <a:lnTo>
                  <a:pt x="0" y="5406506"/>
                </a:lnTo>
                <a:lnTo>
                  <a:pt x="0" y="5478317"/>
                </a:lnTo>
                <a:lnTo>
                  <a:pt x="0" y="5550128"/>
                </a:lnTo>
                <a:lnTo>
                  <a:pt x="0" y="5621939"/>
                </a:lnTo>
                <a:lnTo>
                  <a:pt x="0" y="5693750"/>
                </a:lnTo>
                <a:lnTo>
                  <a:pt x="0" y="5765561"/>
                </a:lnTo>
                <a:lnTo>
                  <a:pt x="0" y="5837371"/>
                </a:lnTo>
                <a:lnTo>
                  <a:pt x="0" y="5909185"/>
                </a:lnTo>
                <a:lnTo>
                  <a:pt x="0" y="5980996"/>
                </a:lnTo>
                <a:lnTo>
                  <a:pt x="0" y="6052806"/>
                </a:lnTo>
                <a:lnTo>
                  <a:pt x="0" y="6124617"/>
                </a:lnTo>
                <a:lnTo>
                  <a:pt x="0" y="6196428"/>
                </a:lnTo>
                <a:lnTo>
                  <a:pt x="0" y="6268239"/>
                </a:lnTo>
                <a:lnTo>
                  <a:pt x="0" y="6340050"/>
                </a:lnTo>
                <a:lnTo>
                  <a:pt x="0" y="6411861"/>
                </a:lnTo>
                <a:lnTo>
                  <a:pt x="4462" y="6483348"/>
                </a:lnTo>
                <a:lnTo>
                  <a:pt x="41191" y="6543283"/>
                </a:lnTo>
                <a:lnTo>
                  <a:pt x="108393" y="6565727"/>
                </a:lnTo>
                <a:lnTo>
                  <a:pt x="180188" y="6566390"/>
                </a:lnTo>
                <a:lnTo>
                  <a:pt x="251999" y="6566390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able"/>
          <p:cNvSpPr/>
          <p:nvPr/>
        </p:nvSpPr>
        <p:spPr>
          <a:xfrm>
            <a:off x="12495582" y="21470370"/>
            <a:ext cx="1072798" cy="2977194"/>
          </a:xfrm>
          <a:custGeom>
            <a:avLst/>
            <a:gdLst/>
            <a:ahLst/>
            <a:cxnLst/>
            <a:rect l="l" t="t" r="r" b="b"/>
            <a:pathLst>
              <a:path w="1072798" h="2977194">
                <a:moveTo>
                  <a:pt x="0" y="2977194"/>
                </a:moveTo>
                <a:lnTo>
                  <a:pt x="71664" y="2977194"/>
                </a:lnTo>
                <a:lnTo>
                  <a:pt x="143327" y="2977194"/>
                </a:lnTo>
                <a:lnTo>
                  <a:pt x="214875" y="2974777"/>
                </a:lnTo>
                <a:lnTo>
                  <a:pt x="280423" y="2948045"/>
                </a:lnTo>
                <a:lnTo>
                  <a:pt x="317447" y="2888073"/>
                </a:lnTo>
                <a:lnTo>
                  <a:pt x="324000" y="2816961"/>
                </a:lnTo>
                <a:lnTo>
                  <a:pt x="324000" y="2745297"/>
                </a:lnTo>
                <a:lnTo>
                  <a:pt x="324000" y="2673636"/>
                </a:lnTo>
                <a:lnTo>
                  <a:pt x="324000" y="2601972"/>
                </a:lnTo>
                <a:lnTo>
                  <a:pt x="324000" y="2530308"/>
                </a:lnTo>
                <a:lnTo>
                  <a:pt x="324000" y="2458645"/>
                </a:lnTo>
                <a:lnTo>
                  <a:pt x="324000" y="2386981"/>
                </a:lnTo>
                <a:lnTo>
                  <a:pt x="324000" y="2315317"/>
                </a:lnTo>
                <a:lnTo>
                  <a:pt x="324000" y="2243656"/>
                </a:lnTo>
                <a:lnTo>
                  <a:pt x="324000" y="2171992"/>
                </a:lnTo>
                <a:lnTo>
                  <a:pt x="324000" y="2100328"/>
                </a:lnTo>
                <a:lnTo>
                  <a:pt x="324000" y="2028664"/>
                </a:lnTo>
                <a:lnTo>
                  <a:pt x="324000" y="1957001"/>
                </a:lnTo>
                <a:lnTo>
                  <a:pt x="324000" y="1885337"/>
                </a:lnTo>
                <a:lnTo>
                  <a:pt x="324000" y="1813673"/>
                </a:lnTo>
                <a:lnTo>
                  <a:pt x="324000" y="1742012"/>
                </a:lnTo>
                <a:lnTo>
                  <a:pt x="324000" y="1670348"/>
                </a:lnTo>
                <a:lnTo>
                  <a:pt x="324000" y="1598684"/>
                </a:lnTo>
                <a:lnTo>
                  <a:pt x="324000" y="1527021"/>
                </a:lnTo>
                <a:lnTo>
                  <a:pt x="324000" y="1455357"/>
                </a:lnTo>
                <a:lnTo>
                  <a:pt x="324000" y="1383693"/>
                </a:lnTo>
                <a:lnTo>
                  <a:pt x="324000" y="1312030"/>
                </a:lnTo>
                <a:lnTo>
                  <a:pt x="324000" y="1240368"/>
                </a:lnTo>
                <a:lnTo>
                  <a:pt x="324000" y="1168704"/>
                </a:lnTo>
                <a:lnTo>
                  <a:pt x="324000" y="1097041"/>
                </a:lnTo>
                <a:lnTo>
                  <a:pt x="324000" y="1025377"/>
                </a:lnTo>
                <a:lnTo>
                  <a:pt x="324000" y="953713"/>
                </a:lnTo>
                <a:lnTo>
                  <a:pt x="324000" y="882049"/>
                </a:lnTo>
                <a:lnTo>
                  <a:pt x="324000" y="810386"/>
                </a:lnTo>
                <a:lnTo>
                  <a:pt x="324000" y="738724"/>
                </a:lnTo>
                <a:lnTo>
                  <a:pt x="324000" y="667060"/>
                </a:lnTo>
                <a:lnTo>
                  <a:pt x="324000" y="595397"/>
                </a:lnTo>
                <a:lnTo>
                  <a:pt x="324000" y="523733"/>
                </a:lnTo>
                <a:lnTo>
                  <a:pt x="324000" y="452069"/>
                </a:lnTo>
                <a:lnTo>
                  <a:pt x="324000" y="380406"/>
                </a:lnTo>
                <a:lnTo>
                  <a:pt x="324000" y="308742"/>
                </a:lnTo>
                <a:lnTo>
                  <a:pt x="324000" y="237080"/>
                </a:lnTo>
                <a:lnTo>
                  <a:pt x="324000" y="165417"/>
                </a:lnTo>
                <a:lnTo>
                  <a:pt x="329280" y="94144"/>
                </a:lnTo>
                <a:lnTo>
                  <a:pt x="363649" y="32528"/>
                </a:lnTo>
                <a:lnTo>
                  <a:pt x="428012" y="3248"/>
                </a:lnTo>
                <a:lnTo>
                  <a:pt x="499492" y="0"/>
                </a:lnTo>
                <a:lnTo>
                  <a:pt x="571155" y="0"/>
                </a:lnTo>
                <a:lnTo>
                  <a:pt x="642818" y="0"/>
                </a:lnTo>
                <a:lnTo>
                  <a:pt x="714481" y="0"/>
                </a:lnTo>
                <a:lnTo>
                  <a:pt x="786145" y="0"/>
                </a:lnTo>
                <a:lnTo>
                  <a:pt x="857808" y="0"/>
                </a:lnTo>
                <a:lnTo>
                  <a:pt x="929472" y="0"/>
                </a:lnTo>
                <a:lnTo>
                  <a:pt x="1001135" y="0"/>
                </a:lnTo>
                <a:lnTo>
                  <a:pt x="1072798" y="0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ble"/>
          <p:cNvSpPr/>
          <p:nvPr/>
        </p:nvSpPr>
        <p:spPr>
          <a:xfrm>
            <a:off x="12495582" y="24447564"/>
            <a:ext cx="1072798" cy="2977196"/>
          </a:xfrm>
          <a:custGeom>
            <a:avLst/>
            <a:gdLst/>
            <a:ahLst/>
            <a:cxnLst/>
            <a:rect l="l" t="t" r="r" b="b"/>
            <a:pathLst>
              <a:path w="1072798" h="2977196">
                <a:moveTo>
                  <a:pt x="0" y="0"/>
                </a:moveTo>
                <a:lnTo>
                  <a:pt x="71664" y="0"/>
                </a:lnTo>
                <a:lnTo>
                  <a:pt x="143327" y="0"/>
                </a:lnTo>
                <a:lnTo>
                  <a:pt x="214874" y="2421"/>
                </a:lnTo>
                <a:lnTo>
                  <a:pt x="280423" y="29149"/>
                </a:lnTo>
                <a:lnTo>
                  <a:pt x="317448" y="89121"/>
                </a:lnTo>
                <a:lnTo>
                  <a:pt x="324000" y="160233"/>
                </a:lnTo>
                <a:lnTo>
                  <a:pt x="324000" y="231897"/>
                </a:lnTo>
                <a:lnTo>
                  <a:pt x="324000" y="303561"/>
                </a:lnTo>
                <a:lnTo>
                  <a:pt x="324000" y="375224"/>
                </a:lnTo>
                <a:lnTo>
                  <a:pt x="324000" y="446888"/>
                </a:lnTo>
                <a:lnTo>
                  <a:pt x="324000" y="518552"/>
                </a:lnTo>
                <a:lnTo>
                  <a:pt x="324000" y="590216"/>
                </a:lnTo>
                <a:lnTo>
                  <a:pt x="324000" y="661877"/>
                </a:lnTo>
                <a:lnTo>
                  <a:pt x="324000" y="733541"/>
                </a:lnTo>
                <a:lnTo>
                  <a:pt x="324000" y="805205"/>
                </a:lnTo>
                <a:lnTo>
                  <a:pt x="324000" y="876868"/>
                </a:lnTo>
                <a:lnTo>
                  <a:pt x="324000" y="948532"/>
                </a:lnTo>
                <a:lnTo>
                  <a:pt x="324000" y="1020196"/>
                </a:lnTo>
                <a:lnTo>
                  <a:pt x="324000" y="1091859"/>
                </a:lnTo>
                <a:lnTo>
                  <a:pt x="324000" y="1163521"/>
                </a:lnTo>
                <a:lnTo>
                  <a:pt x="324000" y="1235185"/>
                </a:lnTo>
                <a:lnTo>
                  <a:pt x="324000" y="1306848"/>
                </a:lnTo>
                <a:lnTo>
                  <a:pt x="324000" y="1378512"/>
                </a:lnTo>
                <a:lnTo>
                  <a:pt x="324000" y="1450176"/>
                </a:lnTo>
                <a:lnTo>
                  <a:pt x="324000" y="1521839"/>
                </a:lnTo>
                <a:lnTo>
                  <a:pt x="324000" y="1593503"/>
                </a:lnTo>
                <a:lnTo>
                  <a:pt x="324000" y="1665167"/>
                </a:lnTo>
                <a:lnTo>
                  <a:pt x="324000" y="1736828"/>
                </a:lnTo>
                <a:lnTo>
                  <a:pt x="324000" y="1808492"/>
                </a:lnTo>
                <a:lnTo>
                  <a:pt x="324000" y="1880156"/>
                </a:lnTo>
                <a:lnTo>
                  <a:pt x="324000" y="1951820"/>
                </a:lnTo>
                <a:lnTo>
                  <a:pt x="324000" y="2023483"/>
                </a:lnTo>
                <a:lnTo>
                  <a:pt x="324000" y="2095147"/>
                </a:lnTo>
                <a:lnTo>
                  <a:pt x="324000" y="2166811"/>
                </a:lnTo>
                <a:lnTo>
                  <a:pt x="324000" y="2238474"/>
                </a:lnTo>
                <a:lnTo>
                  <a:pt x="324000" y="2310136"/>
                </a:lnTo>
                <a:lnTo>
                  <a:pt x="324000" y="2381800"/>
                </a:lnTo>
                <a:lnTo>
                  <a:pt x="324000" y="2453463"/>
                </a:lnTo>
                <a:lnTo>
                  <a:pt x="324000" y="2525127"/>
                </a:lnTo>
                <a:lnTo>
                  <a:pt x="324000" y="2596791"/>
                </a:lnTo>
                <a:lnTo>
                  <a:pt x="324000" y="2668455"/>
                </a:lnTo>
                <a:lnTo>
                  <a:pt x="324000" y="2740118"/>
                </a:lnTo>
                <a:lnTo>
                  <a:pt x="324000" y="2811780"/>
                </a:lnTo>
                <a:lnTo>
                  <a:pt x="329280" y="2883052"/>
                </a:lnTo>
                <a:lnTo>
                  <a:pt x="363649" y="2944668"/>
                </a:lnTo>
                <a:lnTo>
                  <a:pt x="428012" y="2973942"/>
                </a:lnTo>
                <a:lnTo>
                  <a:pt x="499491" y="2977196"/>
                </a:lnTo>
                <a:lnTo>
                  <a:pt x="571155" y="2977196"/>
                </a:lnTo>
                <a:lnTo>
                  <a:pt x="642817" y="2977196"/>
                </a:lnTo>
                <a:lnTo>
                  <a:pt x="714481" y="2977196"/>
                </a:lnTo>
                <a:lnTo>
                  <a:pt x="786145" y="2977196"/>
                </a:lnTo>
                <a:lnTo>
                  <a:pt x="857808" y="2977196"/>
                </a:lnTo>
                <a:lnTo>
                  <a:pt x="929472" y="2977196"/>
                </a:lnTo>
                <a:lnTo>
                  <a:pt x="1001135" y="2977196"/>
                </a:lnTo>
                <a:lnTo>
                  <a:pt x="1072798" y="2977196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ble"/>
          <p:cNvSpPr/>
          <p:nvPr/>
        </p:nvSpPr>
        <p:spPr>
          <a:xfrm>
            <a:off x="12181663" y="34597031"/>
            <a:ext cx="784798" cy="61200"/>
          </a:xfrm>
          <a:prstGeom prst="rect">
            <a:avLst/>
          </a:prstGeom>
          <a:solidFill>
            <a:srgbClr val="B9B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able"/>
          <p:cNvSpPr/>
          <p:nvPr/>
        </p:nvSpPr>
        <p:spPr>
          <a:xfrm>
            <a:off x="21870689" y="34597031"/>
            <a:ext cx="784798" cy="61200"/>
          </a:xfrm>
          <a:prstGeom prst="rect">
            <a:avLst/>
          </a:prstGeom>
          <a:solidFill>
            <a:srgbClr val="B9B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able"/>
          <p:cNvSpPr/>
          <p:nvPr/>
        </p:nvSpPr>
        <p:spPr>
          <a:xfrm>
            <a:off x="252000" y="14543979"/>
            <a:ext cx="21009569" cy="9903585"/>
          </a:xfrm>
          <a:custGeom>
            <a:avLst/>
            <a:gdLst/>
            <a:ahLst/>
            <a:cxnLst/>
            <a:rect l="l" t="t" r="r" b="b"/>
            <a:pathLst>
              <a:path w="21009569" h="9903585">
                <a:moveTo>
                  <a:pt x="20721569" y="0"/>
                </a:moveTo>
                <a:lnTo>
                  <a:pt x="20793510" y="0"/>
                </a:lnTo>
                <a:lnTo>
                  <a:pt x="20865450" y="0"/>
                </a:lnTo>
                <a:lnTo>
                  <a:pt x="20935993" y="11716"/>
                </a:lnTo>
                <a:lnTo>
                  <a:pt x="20989912" y="57256"/>
                </a:lnTo>
                <a:lnTo>
                  <a:pt x="21008964" y="125968"/>
                </a:lnTo>
                <a:lnTo>
                  <a:pt x="21009569" y="197894"/>
                </a:lnTo>
                <a:lnTo>
                  <a:pt x="21009569" y="269834"/>
                </a:lnTo>
                <a:lnTo>
                  <a:pt x="21009569" y="341774"/>
                </a:lnTo>
                <a:lnTo>
                  <a:pt x="21009569" y="413714"/>
                </a:lnTo>
                <a:lnTo>
                  <a:pt x="21009569" y="485655"/>
                </a:lnTo>
                <a:lnTo>
                  <a:pt x="21009569" y="557594"/>
                </a:lnTo>
                <a:lnTo>
                  <a:pt x="21009569" y="629535"/>
                </a:lnTo>
                <a:lnTo>
                  <a:pt x="21009569" y="701474"/>
                </a:lnTo>
                <a:lnTo>
                  <a:pt x="21009569" y="773415"/>
                </a:lnTo>
                <a:lnTo>
                  <a:pt x="21009569" y="845354"/>
                </a:lnTo>
                <a:lnTo>
                  <a:pt x="21009569" y="917295"/>
                </a:lnTo>
                <a:lnTo>
                  <a:pt x="21009569" y="989234"/>
                </a:lnTo>
                <a:lnTo>
                  <a:pt x="21009569" y="1061175"/>
                </a:lnTo>
                <a:lnTo>
                  <a:pt x="21009569" y="1133115"/>
                </a:lnTo>
                <a:lnTo>
                  <a:pt x="21009569" y="1205055"/>
                </a:lnTo>
                <a:lnTo>
                  <a:pt x="21009569" y="1276994"/>
                </a:lnTo>
                <a:lnTo>
                  <a:pt x="21009569" y="1348935"/>
                </a:lnTo>
                <a:lnTo>
                  <a:pt x="21009569" y="1420875"/>
                </a:lnTo>
                <a:lnTo>
                  <a:pt x="21009569" y="1492815"/>
                </a:lnTo>
                <a:lnTo>
                  <a:pt x="21009569" y="1564755"/>
                </a:lnTo>
                <a:lnTo>
                  <a:pt x="21009569" y="1636695"/>
                </a:lnTo>
                <a:lnTo>
                  <a:pt x="21009569" y="1708635"/>
                </a:lnTo>
                <a:lnTo>
                  <a:pt x="21009569" y="1780575"/>
                </a:lnTo>
                <a:lnTo>
                  <a:pt x="21009569" y="1852515"/>
                </a:lnTo>
                <a:lnTo>
                  <a:pt x="21009569" y="1924455"/>
                </a:lnTo>
                <a:lnTo>
                  <a:pt x="21009569" y="1996396"/>
                </a:lnTo>
                <a:lnTo>
                  <a:pt x="21009569" y="2068335"/>
                </a:lnTo>
                <a:lnTo>
                  <a:pt x="21009569" y="2140276"/>
                </a:lnTo>
                <a:lnTo>
                  <a:pt x="21009569" y="2212215"/>
                </a:lnTo>
                <a:lnTo>
                  <a:pt x="21009569" y="2284156"/>
                </a:lnTo>
                <a:lnTo>
                  <a:pt x="21009569" y="2356096"/>
                </a:lnTo>
                <a:lnTo>
                  <a:pt x="21009569" y="2428036"/>
                </a:lnTo>
                <a:lnTo>
                  <a:pt x="21009569" y="2499975"/>
                </a:lnTo>
                <a:lnTo>
                  <a:pt x="21009569" y="2571916"/>
                </a:lnTo>
                <a:lnTo>
                  <a:pt x="21009569" y="2643856"/>
                </a:lnTo>
                <a:lnTo>
                  <a:pt x="21009569" y="2715796"/>
                </a:lnTo>
                <a:lnTo>
                  <a:pt x="21009569" y="2787735"/>
                </a:lnTo>
                <a:lnTo>
                  <a:pt x="21009569" y="2859676"/>
                </a:lnTo>
                <a:lnTo>
                  <a:pt x="21009569" y="2931616"/>
                </a:lnTo>
                <a:lnTo>
                  <a:pt x="21008586" y="3003526"/>
                </a:lnTo>
                <a:lnTo>
                  <a:pt x="20987444" y="3071556"/>
                </a:lnTo>
                <a:lnTo>
                  <a:pt x="20931586" y="3114749"/>
                </a:lnTo>
                <a:lnTo>
                  <a:pt x="20860735" y="3124797"/>
                </a:lnTo>
                <a:lnTo>
                  <a:pt x="20788797" y="3124797"/>
                </a:lnTo>
                <a:lnTo>
                  <a:pt x="20716856" y="3124797"/>
                </a:lnTo>
                <a:lnTo>
                  <a:pt x="20644915" y="3124797"/>
                </a:lnTo>
                <a:lnTo>
                  <a:pt x="20572975" y="3124797"/>
                </a:lnTo>
                <a:lnTo>
                  <a:pt x="20501036" y="3124797"/>
                </a:lnTo>
                <a:lnTo>
                  <a:pt x="20429096" y="3124797"/>
                </a:lnTo>
                <a:lnTo>
                  <a:pt x="20357155" y="3124797"/>
                </a:lnTo>
                <a:lnTo>
                  <a:pt x="20285215" y="3124797"/>
                </a:lnTo>
                <a:lnTo>
                  <a:pt x="20213276" y="3124797"/>
                </a:lnTo>
                <a:lnTo>
                  <a:pt x="20141336" y="3124797"/>
                </a:lnTo>
                <a:lnTo>
                  <a:pt x="20069395" y="3124797"/>
                </a:lnTo>
                <a:lnTo>
                  <a:pt x="19997455" y="3124797"/>
                </a:lnTo>
                <a:lnTo>
                  <a:pt x="19925514" y="3124797"/>
                </a:lnTo>
                <a:lnTo>
                  <a:pt x="19853576" y="3124797"/>
                </a:lnTo>
                <a:lnTo>
                  <a:pt x="19781635" y="3124797"/>
                </a:lnTo>
                <a:lnTo>
                  <a:pt x="19709695" y="3124797"/>
                </a:lnTo>
                <a:lnTo>
                  <a:pt x="19637756" y="3124797"/>
                </a:lnTo>
                <a:lnTo>
                  <a:pt x="19565816" y="3124797"/>
                </a:lnTo>
                <a:lnTo>
                  <a:pt x="19493875" y="3124797"/>
                </a:lnTo>
                <a:lnTo>
                  <a:pt x="19421934" y="3124797"/>
                </a:lnTo>
                <a:lnTo>
                  <a:pt x="19349994" y="3124797"/>
                </a:lnTo>
                <a:lnTo>
                  <a:pt x="19278056" y="3124797"/>
                </a:lnTo>
                <a:lnTo>
                  <a:pt x="19206115" y="3124797"/>
                </a:lnTo>
                <a:lnTo>
                  <a:pt x="19134174" y="3124797"/>
                </a:lnTo>
                <a:lnTo>
                  <a:pt x="19062234" y="3124797"/>
                </a:lnTo>
                <a:lnTo>
                  <a:pt x="18990293" y="3124796"/>
                </a:lnTo>
                <a:lnTo>
                  <a:pt x="18918355" y="3124796"/>
                </a:lnTo>
                <a:lnTo>
                  <a:pt x="18846414" y="3124796"/>
                </a:lnTo>
                <a:lnTo>
                  <a:pt x="18774474" y="3124796"/>
                </a:lnTo>
                <a:lnTo>
                  <a:pt x="18702535" y="3124796"/>
                </a:lnTo>
                <a:lnTo>
                  <a:pt x="18630595" y="3124796"/>
                </a:lnTo>
                <a:lnTo>
                  <a:pt x="18558654" y="3124796"/>
                </a:lnTo>
                <a:lnTo>
                  <a:pt x="18486714" y="3124796"/>
                </a:lnTo>
                <a:lnTo>
                  <a:pt x="18414773" y="3124796"/>
                </a:lnTo>
                <a:lnTo>
                  <a:pt x="18342835" y="3124796"/>
                </a:lnTo>
                <a:lnTo>
                  <a:pt x="18270894" y="3124796"/>
                </a:lnTo>
                <a:lnTo>
                  <a:pt x="18198954" y="3124796"/>
                </a:lnTo>
                <a:lnTo>
                  <a:pt x="18127014" y="3124796"/>
                </a:lnTo>
                <a:lnTo>
                  <a:pt x="18055075" y="3124796"/>
                </a:lnTo>
                <a:lnTo>
                  <a:pt x="17983134" y="3124796"/>
                </a:lnTo>
                <a:lnTo>
                  <a:pt x="17911193" y="3124796"/>
                </a:lnTo>
                <a:lnTo>
                  <a:pt x="17839253" y="3124796"/>
                </a:lnTo>
                <a:lnTo>
                  <a:pt x="17767313" y="3124796"/>
                </a:lnTo>
                <a:lnTo>
                  <a:pt x="17695374" y="3124796"/>
                </a:lnTo>
                <a:lnTo>
                  <a:pt x="17623433" y="3124796"/>
                </a:lnTo>
                <a:lnTo>
                  <a:pt x="17551493" y="3124796"/>
                </a:lnTo>
                <a:lnTo>
                  <a:pt x="17479553" y="3124796"/>
                </a:lnTo>
                <a:lnTo>
                  <a:pt x="17407614" y="3124796"/>
                </a:lnTo>
                <a:lnTo>
                  <a:pt x="17335673" y="3124796"/>
                </a:lnTo>
                <a:lnTo>
                  <a:pt x="17263733" y="3124796"/>
                </a:lnTo>
                <a:lnTo>
                  <a:pt x="17191793" y="3124796"/>
                </a:lnTo>
                <a:lnTo>
                  <a:pt x="17119854" y="3124796"/>
                </a:lnTo>
                <a:lnTo>
                  <a:pt x="17047913" y="3124796"/>
                </a:lnTo>
                <a:lnTo>
                  <a:pt x="16975973" y="3124796"/>
                </a:lnTo>
                <a:lnTo>
                  <a:pt x="16904033" y="3124796"/>
                </a:lnTo>
                <a:lnTo>
                  <a:pt x="16832094" y="3124796"/>
                </a:lnTo>
                <a:lnTo>
                  <a:pt x="16760153" y="3124796"/>
                </a:lnTo>
                <a:lnTo>
                  <a:pt x="16688213" y="3124796"/>
                </a:lnTo>
                <a:lnTo>
                  <a:pt x="16616273" y="3124796"/>
                </a:lnTo>
                <a:lnTo>
                  <a:pt x="16544334" y="3124796"/>
                </a:lnTo>
                <a:lnTo>
                  <a:pt x="16472393" y="3124796"/>
                </a:lnTo>
                <a:lnTo>
                  <a:pt x="16400452" y="3124796"/>
                </a:lnTo>
                <a:lnTo>
                  <a:pt x="16328512" y="3124796"/>
                </a:lnTo>
                <a:lnTo>
                  <a:pt x="16256572" y="3124796"/>
                </a:lnTo>
                <a:lnTo>
                  <a:pt x="16184633" y="3124796"/>
                </a:lnTo>
                <a:lnTo>
                  <a:pt x="16112692" y="3124796"/>
                </a:lnTo>
                <a:lnTo>
                  <a:pt x="16040752" y="3124796"/>
                </a:lnTo>
                <a:lnTo>
                  <a:pt x="15968812" y="3124796"/>
                </a:lnTo>
                <a:lnTo>
                  <a:pt x="15896873" y="3124796"/>
                </a:lnTo>
                <a:lnTo>
                  <a:pt x="15824932" y="3124796"/>
                </a:lnTo>
                <a:lnTo>
                  <a:pt x="15752992" y="3124796"/>
                </a:lnTo>
                <a:lnTo>
                  <a:pt x="15681052" y="3124796"/>
                </a:lnTo>
                <a:lnTo>
                  <a:pt x="15609113" y="3124796"/>
                </a:lnTo>
                <a:lnTo>
                  <a:pt x="15537172" y="3124796"/>
                </a:lnTo>
                <a:lnTo>
                  <a:pt x="15465232" y="3124796"/>
                </a:lnTo>
                <a:lnTo>
                  <a:pt x="15393292" y="3124796"/>
                </a:lnTo>
                <a:lnTo>
                  <a:pt x="15321353" y="3124796"/>
                </a:lnTo>
                <a:lnTo>
                  <a:pt x="15249412" y="3124796"/>
                </a:lnTo>
                <a:lnTo>
                  <a:pt x="15177472" y="3124796"/>
                </a:lnTo>
                <a:lnTo>
                  <a:pt x="15105532" y="3124796"/>
                </a:lnTo>
                <a:lnTo>
                  <a:pt x="15033592" y="3124796"/>
                </a:lnTo>
                <a:lnTo>
                  <a:pt x="14961652" y="3124796"/>
                </a:lnTo>
                <a:lnTo>
                  <a:pt x="14889711" y="3124796"/>
                </a:lnTo>
                <a:lnTo>
                  <a:pt x="14817772" y="3124796"/>
                </a:lnTo>
                <a:lnTo>
                  <a:pt x="14745831" y="3124796"/>
                </a:lnTo>
                <a:lnTo>
                  <a:pt x="14673892" y="3124796"/>
                </a:lnTo>
                <a:lnTo>
                  <a:pt x="14601951" y="3124796"/>
                </a:lnTo>
                <a:lnTo>
                  <a:pt x="14530012" y="3124796"/>
                </a:lnTo>
                <a:lnTo>
                  <a:pt x="14458071" y="3124796"/>
                </a:lnTo>
                <a:lnTo>
                  <a:pt x="14386132" y="3124796"/>
                </a:lnTo>
                <a:lnTo>
                  <a:pt x="14314191" y="3124796"/>
                </a:lnTo>
                <a:lnTo>
                  <a:pt x="14242251" y="3124796"/>
                </a:lnTo>
                <a:lnTo>
                  <a:pt x="14170311" y="3124796"/>
                </a:lnTo>
                <a:lnTo>
                  <a:pt x="14098371" y="3124796"/>
                </a:lnTo>
                <a:lnTo>
                  <a:pt x="14026431" y="3124796"/>
                </a:lnTo>
                <a:lnTo>
                  <a:pt x="13954491" y="3124796"/>
                </a:lnTo>
                <a:lnTo>
                  <a:pt x="13882551" y="3124796"/>
                </a:lnTo>
                <a:lnTo>
                  <a:pt x="13810611" y="3124796"/>
                </a:lnTo>
                <a:lnTo>
                  <a:pt x="13738671" y="3124796"/>
                </a:lnTo>
                <a:lnTo>
                  <a:pt x="13666731" y="3124796"/>
                </a:lnTo>
                <a:lnTo>
                  <a:pt x="13594791" y="3124796"/>
                </a:lnTo>
                <a:lnTo>
                  <a:pt x="13522851" y="3124796"/>
                </a:lnTo>
                <a:lnTo>
                  <a:pt x="13450911" y="3124796"/>
                </a:lnTo>
                <a:lnTo>
                  <a:pt x="13378970" y="3124796"/>
                </a:lnTo>
                <a:lnTo>
                  <a:pt x="13307031" y="3124796"/>
                </a:lnTo>
                <a:lnTo>
                  <a:pt x="13235090" y="3124796"/>
                </a:lnTo>
                <a:lnTo>
                  <a:pt x="13163151" y="3124796"/>
                </a:lnTo>
                <a:lnTo>
                  <a:pt x="13091210" y="3124796"/>
                </a:lnTo>
                <a:lnTo>
                  <a:pt x="13019271" y="3124796"/>
                </a:lnTo>
                <a:lnTo>
                  <a:pt x="12947330" y="3124796"/>
                </a:lnTo>
                <a:lnTo>
                  <a:pt x="12875391" y="3124796"/>
                </a:lnTo>
                <a:lnTo>
                  <a:pt x="12803450" y="3124796"/>
                </a:lnTo>
                <a:lnTo>
                  <a:pt x="12731510" y="3124796"/>
                </a:lnTo>
                <a:lnTo>
                  <a:pt x="12659570" y="3124796"/>
                </a:lnTo>
                <a:lnTo>
                  <a:pt x="12587630" y="3124796"/>
                </a:lnTo>
                <a:lnTo>
                  <a:pt x="12515690" y="3124796"/>
                </a:lnTo>
                <a:lnTo>
                  <a:pt x="12443750" y="3124796"/>
                </a:lnTo>
                <a:lnTo>
                  <a:pt x="12371810" y="3124796"/>
                </a:lnTo>
                <a:lnTo>
                  <a:pt x="12299870" y="3124796"/>
                </a:lnTo>
                <a:lnTo>
                  <a:pt x="12227930" y="3124796"/>
                </a:lnTo>
                <a:lnTo>
                  <a:pt x="12155990" y="3124796"/>
                </a:lnTo>
                <a:lnTo>
                  <a:pt x="12084050" y="3124796"/>
                </a:lnTo>
                <a:lnTo>
                  <a:pt x="12012110" y="3124796"/>
                </a:lnTo>
                <a:lnTo>
                  <a:pt x="11940170" y="3124796"/>
                </a:lnTo>
                <a:lnTo>
                  <a:pt x="11868229" y="3124796"/>
                </a:lnTo>
                <a:lnTo>
                  <a:pt x="11796290" y="3124796"/>
                </a:lnTo>
                <a:lnTo>
                  <a:pt x="11724349" y="3124796"/>
                </a:lnTo>
                <a:lnTo>
                  <a:pt x="11652410" y="3124796"/>
                </a:lnTo>
                <a:lnTo>
                  <a:pt x="11580469" y="3124796"/>
                </a:lnTo>
                <a:lnTo>
                  <a:pt x="11508530" y="3124796"/>
                </a:lnTo>
                <a:lnTo>
                  <a:pt x="11436589" y="3124796"/>
                </a:lnTo>
                <a:lnTo>
                  <a:pt x="11364649" y="3124796"/>
                </a:lnTo>
                <a:lnTo>
                  <a:pt x="11292709" y="3124796"/>
                </a:lnTo>
                <a:lnTo>
                  <a:pt x="11220769" y="3124796"/>
                </a:lnTo>
                <a:lnTo>
                  <a:pt x="11148829" y="3124796"/>
                </a:lnTo>
                <a:lnTo>
                  <a:pt x="11076889" y="3124796"/>
                </a:lnTo>
                <a:lnTo>
                  <a:pt x="11004949" y="3124796"/>
                </a:lnTo>
                <a:lnTo>
                  <a:pt x="10933009" y="3124796"/>
                </a:lnTo>
                <a:lnTo>
                  <a:pt x="10861069" y="3124796"/>
                </a:lnTo>
                <a:lnTo>
                  <a:pt x="10789129" y="3124796"/>
                </a:lnTo>
                <a:lnTo>
                  <a:pt x="10717189" y="3124796"/>
                </a:lnTo>
                <a:lnTo>
                  <a:pt x="10645249" y="3124796"/>
                </a:lnTo>
                <a:lnTo>
                  <a:pt x="10573309" y="3124796"/>
                </a:lnTo>
                <a:lnTo>
                  <a:pt x="10501369" y="3124796"/>
                </a:lnTo>
                <a:lnTo>
                  <a:pt x="10429429" y="3124796"/>
                </a:lnTo>
                <a:lnTo>
                  <a:pt x="10357488" y="3124796"/>
                </a:lnTo>
                <a:lnTo>
                  <a:pt x="10285549" y="3124796"/>
                </a:lnTo>
                <a:lnTo>
                  <a:pt x="10213608" y="3124796"/>
                </a:lnTo>
                <a:lnTo>
                  <a:pt x="10141669" y="3124796"/>
                </a:lnTo>
                <a:lnTo>
                  <a:pt x="10069728" y="3124796"/>
                </a:lnTo>
                <a:lnTo>
                  <a:pt x="9997789" y="3124796"/>
                </a:lnTo>
                <a:lnTo>
                  <a:pt x="9925848" y="3124796"/>
                </a:lnTo>
                <a:lnTo>
                  <a:pt x="9853908" y="3124796"/>
                </a:lnTo>
                <a:lnTo>
                  <a:pt x="9781968" y="3124796"/>
                </a:lnTo>
                <a:lnTo>
                  <a:pt x="9710028" y="3124796"/>
                </a:lnTo>
                <a:lnTo>
                  <a:pt x="9638088" y="3124796"/>
                </a:lnTo>
                <a:lnTo>
                  <a:pt x="9566148" y="3124796"/>
                </a:lnTo>
                <a:lnTo>
                  <a:pt x="9494208" y="3124796"/>
                </a:lnTo>
                <a:lnTo>
                  <a:pt x="9422268" y="3124796"/>
                </a:lnTo>
                <a:lnTo>
                  <a:pt x="9350328" y="3124796"/>
                </a:lnTo>
                <a:lnTo>
                  <a:pt x="9278388" y="3124796"/>
                </a:lnTo>
                <a:lnTo>
                  <a:pt x="9206448" y="3124796"/>
                </a:lnTo>
                <a:lnTo>
                  <a:pt x="9134508" y="3124796"/>
                </a:lnTo>
                <a:lnTo>
                  <a:pt x="9062568" y="3124796"/>
                </a:lnTo>
                <a:lnTo>
                  <a:pt x="8990628" y="3124796"/>
                </a:lnTo>
                <a:lnTo>
                  <a:pt x="8918688" y="3124796"/>
                </a:lnTo>
                <a:lnTo>
                  <a:pt x="8846747" y="3124796"/>
                </a:lnTo>
                <a:lnTo>
                  <a:pt x="8774808" y="3124796"/>
                </a:lnTo>
                <a:lnTo>
                  <a:pt x="8702867" y="3124796"/>
                </a:lnTo>
                <a:lnTo>
                  <a:pt x="8630928" y="3124796"/>
                </a:lnTo>
                <a:lnTo>
                  <a:pt x="8558987" y="3124796"/>
                </a:lnTo>
                <a:lnTo>
                  <a:pt x="8487047" y="3124796"/>
                </a:lnTo>
                <a:lnTo>
                  <a:pt x="8415107" y="3124796"/>
                </a:lnTo>
                <a:lnTo>
                  <a:pt x="8343167" y="3124796"/>
                </a:lnTo>
                <a:lnTo>
                  <a:pt x="8271227" y="3124796"/>
                </a:lnTo>
                <a:lnTo>
                  <a:pt x="8199287" y="3124796"/>
                </a:lnTo>
                <a:lnTo>
                  <a:pt x="8127347" y="3124796"/>
                </a:lnTo>
                <a:lnTo>
                  <a:pt x="8055407" y="3124796"/>
                </a:lnTo>
                <a:lnTo>
                  <a:pt x="7983467" y="3124796"/>
                </a:lnTo>
                <a:lnTo>
                  <a:pt x="7911527" y="3124796"/>
                </a:lnTo>
                <a:lnTo>
                  <a:pt x="7839587" y="3124796"/>
                </a:lnTo>
                <a:lnTo>
                  <a:pt x="7767647" y="3124796"/>
                </a:lnTo>
                <a:lnTo>
                  <a:pt x="7695707" y="3124796"/>
                </a:lnTo>
                <a:lnTo>
                  <a:pt x="7623767" y="3124796"/>
                </a:lnTo>
                <a:lnTo>
                  <a:pt x="7551827" y="3124796"/>
                </a:lnTo>
                <a:lnTo>
                  <a:pt x="7479887" y="3124796"/>
                </a:lnTo>
                <a:lnTo>
                  <a:pt x="7407947" y="3124796"/>
                </a:lnTo>
                <a:lnTo>
                  <a:pt x="7336006" y="3124796"/>
                </a:lnTo>
                <a:lnTo>
                  <a:pt x="7264067" y="3124796"/>
                </a:lnTo>
                <a:lnTo>
                  <a:pt x="7192126" y="3124796"/>
                </a:lnTo>
                <a:lnTo>
                  <a:pt x="7120186" y="3124796"/>
                </a:lnTo>
                <a:lnTo>
                  <a:pt x="7048246" y="3124796"/>
                </a:lnTo>
                <a:lnTo>
                  <a:pt x="6976306" y="3124796"/>
                </a:lnTo>
                <a:lnTo>
                  <a:pt x="6904366" y="3124796"/>
                </a:lnTo>
                <a:lnTo>
                  <a:pt x="6832426" y="3124796"/>
                </a:lnTo>
                <a:lnTo>
                  <a:pt x="6760486" y="3124796"/>
                </a:lnTo>
                <a:lnTo>
                  <a:pt x="6688546" y="3124796"/>
                </a:lnTo>
                <a:lnTo>
                  <a:pt x="6616606" y="3124796"/>
                </a:lnTo>
                <a:lnTo>
                  <a:pt x="6544666" y="3124796"/>
                </a:lnTo>
                <a:lnTo>
                  <a:pt x="6472726" y="3124796"/>
                </a:lnTo>
                <a:lnTo>
                  <a:pt x="6400786" y="3124795"/>
                </a:lnTo>
                <a:lnTo>
                  <a:pt x="6328846" y="3124795"/>
                </a:lnTo>
                <a:lnTo>
                  <a:pt x="6256906" y="3124795"/>
                </a:lnTo>
                <a:lnTo>
                  <a:pt x="6184966" y="3124795"/>
                </a:lnTo>
                <a:lnTo>
                  <a:pt x="6113026" y="3124795"/>
                </a:lnTo>
                <a:lnTo>
                  <a:pt x="6041086" y="3124795"/>
                </a:lnTo>
                <a:lnTo>
                  <a:pt x="5969146" y="3124795"/>
                </a:lnTo>
                <a:lnTo>
                  <a:pt x="5897206" y="3124795"/>
                </a:lnTo>
                <a:lnTo>
                  <a:pt x="5825265" y="3124795"/>
                </a:lnTo>
                <a:lnTo>
                  <a:pt x="5753325" y="3124795"/>
                </a:lnTo>
                <a:lnTo>
                  <a:pt x="5681384" y="3124795"/>
                </a:lnTo>
                <a:lnTo>
                  <a:pt x="5609446" y="3124795"/>
                </a:lnTo>
                <a:lnTo>
                  <a:pt x="5537505" y="3124795"/>
                </a:lnTo>
                <a:lnTo>
                  <a:pt x="5465565" y="3124795"/>
                </a:lnTo>
                <a:lnTo>
                  <a:pt x="5393624" y="3124795"/>
                </a:lnTo>
                <a:lnTo>
                  <a:pt x="5321686" y="3124795"/>
                </a:lnTo>
                <a:lnTo>
                  <a:pt x="5249745" y="3124795"/>
                </a:lnTo>
                <a:lnTo>
                  <a:pt x="5177805" y="3124795"/>
                </a:lnTo>
                <a:lnTo>
                  <a:pt x="5105864" y="3124795"/>
                </a:lnTo>
                <a:lnTo>
                  <a:pt x="5033926" y="3124795"/>
                </a:lnTo>
                <a:lnTo>
                  <a:pt x="4961985" y="3124795"/>
                </a:lnTo>
                <a:lnTo>
                  <a:pt x="4890045" y="3124795"/>
                </a:lnTo>
                <a:lnTo>
                  <a:pt x="4818104" y="3124795"/>
                </a:lnTo>
                <a:lnTo>
                  <a:pt x="4746166" y="3124795"/>
                </a:lnTo>
                <a:lnTo>
                  <a:pt x="4674225" y="3124795"/>
                </a:lnTo>
                <a:lnTo>
                  <a:pt x="4602285" y="3124795"/>
                </a:lnTo>
                <a:lnTo>
                  <a:pt x="4530344" y="3124795"/>
                </a:lnTo>
                <a:lnTo>
                  <a:pt x="4458406" y="3124795"/>
                </a:lnTo>
                <a:lnTo>
                  <a:pt x="4386465" y="3124795"/>
                </a:lnTo>
                <a:lnTo>
                  <a:pt x="4314524" y="3124795"/>
                </a:lnTo>
                <a:lnTo>
                  <a:pt x="4242584" y="3124795"/>
                </a:lnTo>
                <a:lnTo>
                  <a:pt x="4170643" y="3124795"/>
                </a:lnTo>
                <a:lnTo>
                  <a:pt x="4098705" y="3124795"/>
                </a:lnTo>
                <a:lnTo>
                  <a:pt x="4026764" y="3124795"/>
                </a:lnTo>
                <a:lnTo>
                  <a:pt x="3954824" y="3124795"/>
                </a:lnTo>
                <a:lnTo>
                  <a:pt x="3882883" y="3124795"/>
                </a:lnTo>
                <a:lnTo>
                  <a:pt x="3810945" y="3124795"/>
                </a:lnTo>
                <a:lnTo>
                  <a:pt x="3739004" y="3124795"/>
                </a:lnTo>
                <a:lnTo>
                  <a:pt x="3667064" y="3124795"/>
                </a:lnTo>
                <a:lnTo>
                  <a:pt x="3595123" y="3124795"/>
                </a:lnTo>
                <a:lnTo>
                  <a:pt x="3523185" y="3124795"/>
                </a:lnTo>
                <a:lnTo>
                  <a:pt x="3451244" y="3124795"/>
                </a:lnTo>
                <a:lnTo>
                  <a:pt x="3379304" y="3124795"/>
                </a:lnTo>
                <a:lnTo>
                  <a:pt x="3307363" y="3124795"/>
                </a:lnTo>
                <a:lnTo>
                  <a:pt x="3235425" y="3124795"/>
                </a:lnTo>
                <a:lnTo>
                  <a:pt x="3163484" y="3124795"/>
                </a:lnTo>
                <a:lnTo>
                  <a:pt x="3091544" y="3124795"/>
                </a:lnTo>
                <a:lnTo>
                  <a:pt x="3019603" y="3124795"/>
                </a:lnTo>
                <a:lnTo>
                  <a:pt x="2947665" y="3124795"/>
                </a:lnTo>
                <a:lnTo>
                  <a:pt x="2875724" y="3124795"/>
                </a:lnTo>
                <a:lnTo>
                  <a:pt x="2803783" y="3124795"/>
                </a:lnTo>
                <a:lnTo>
                  <a:pt x="2731843" y="3124795"/>
                </a:lnTo>
                <a:lnTo>
                  <a:pt x="2659902" y="3124795"/>
                </a:lnTo>
                <a:lnTo>
                  <a:pt x="2587964" y="3124795"/>
                </a:lnTo>
                <a:lnTo>
                  <a:pt x="2516023" y="3124795"/>
                </a:lnTo>
                <a:lnTo>
                  <a:pt x="2444083" y="3124795"/>
                </a:lnTo>
                <a:lnTo>
                  <a:pt x="2372142" y="3124795"/>
                </a:lnTo>
                <a:lnTo>
                  <a:pt x="2300204" y="3124795"/>
                </a:lnTo>
                <a:lnTo>
                  <a:pt x="2228263" y="3124795"/>
                </a:lnTo>
                <a:lnTo>
                  <a:pt x="2156323" y="3124795"/>
                </a:lnTo>
                <a:lnTo>
                  <a:pt x="2084382" y="3124795"/>
                </a:lnTo>
                <a:lnTo>
                  <a:pt x="2012444" y="3124795"/>
                </a:lnTo>
                <a:lnTo>
                  <a:pt x="1940503" y="3124795"/>
                </a:lnTo>
                <a:lnTo>
                  <a:pt x="1868563" y="3124795"/>
                </a:lnTo>
                <a:lnTo>
                  <a:pt x="1796622" y="3124795"/>
                </a:lnTo>
                <a:lnTo>
                  <a:pt x="1724684" y="3124795"/>
                </a:lnTo>
                <a:lnTo>
                  <a:pt x="1652743" y="3124795"/>
                </a:lnTo>
                <a:lnTo>
                  <a:pt x="1580803" y="3124795"/>
                </a:lnTo>
                <a:lnTo>
                  <a:pt x="1508862" y="3124795"/>
                </a:lnTo>
                <a:lnTo>
                  <a:pt x="1436924" y="3124795"/>
                </a:lnTo>
                <a:lnTo>
                  <a:pt x="1364983" y="3124795"/>
                </a:lnTo>
                <a:lnTo>
                  <a:pt x="1293042" y="3124795"/>
                </a:lnTo>
                <a:lnTo>
                  <a:pt x="1221102" y="3124795"/>
                </a:lnTo>
                <a:lnTo>
                  <a:pt x="1149161" y="3124795"/>
                </a:lnTo>
                <a:lnTo>
                  <a:pt x="1077223" y="3124795"/>
                </a:lnTo>
                <a:lnTo>
                  <a:pt x="1005282" y="3124795"/>
                </a:lnTo>
                <a:lnTo>
                  <a:pt x="933342" y="3124795"/>
                </a:lnTo>
                <a:lnTo>
                  <a:pt x="861401" y="3124795"/>
                </a:lnTo>
                <a:lnTo>
                  <a:pt x="789463" y="3124795"/>
                </a:lnTo>
                <a:lnTo>
                  <a:pt x="717522" y="3124795"/>
                </a:lnTo>
                <a:lnTo>
                  <a:pt x="645582" y="3124795"/>
                </a:lnTo>
                <a:lnTo>
                  <a:pt x="573641" y="3124795"/>
                </a:lnTo>
                <a:lnTo>
                  <a:pt x="501703" y="3124795"/>
                </a:lnTo>
                <a:lnTo>
                  <a:pt x="429762" y="3124795"/>
                </a:lnTo>
                <a:lnTo>
                  <a:pt x="357822" y="3124795"/>
                </a:lnTo>
                <a:lnTo>
                  <a:pt x="285881" y="3124795"/>
                </a:lnTo>
                <a:lnTo>
                  <a:pt x="213943" y="3124795"/>
                </a:lnTo>
                <a:lnTo>
                  <a:pt x="142002" y="3124803"/>
                </a:lnTo>
                <a:lnTo>
                  <a:pt x="71613" y="3137312"/>
                </a:lnTo>
                <a:lnTo>
                  <a:pt x="18601" y="3183887"/>
                </a:lnTo>
                <a:lnTo>
                  <a:pt x="468" y="3252877"/>
                </a:lnTo>
                <a:lnTo>
                  <a:pt x="0" y="3324805"/>
                </a:lnTo>
                <a:lnTo>
                  <a:pt x="0" y="3396746"/>
                </a:lnTo>
                <a:lnTo>
                  <a:pt x="0" y="3468687"/>
                </a:lnTo>
                <a:lnTo>
                  <a:pt x="0" y="3540627"/>
                </a:lnTo>
                <a:lnTo>
                  <a:pt x="0" y="3612566"/>
                </a:lnTo>
                <a:lnTo>
                  <a:pt x="0" y="3684506"/>
                </a:lnTo>
                <a:lnTo>
                  <a:pt x="0" y="3756447"/>
                </a:lnTo>
                <a:lnTo>
                  <a:pt x="0" y="3828387"/>
                </a:lnTo>
                <a:lnTo>
                  <a:pt x="0" y="3900326"/>
                </a:lnTo>
                <a:lnTo>
                  <a:pt x="0" y="3972266"/>
                </a:lnTo>
                <a:lnTo>
                  <a:pt x="0" y="4044207"/>
                </a:lnTo>
                <a:lnTo>
                  <a:pt x="0" y="4116147"/>
                </a:lnTo>
                <a:lnTo>
                  <a:pt x="0" y="4188086"/>
                </a:lnTo>
                <a:lnTo>
                  <a:pt x="0" y="4260026"/>
                </a:lnTo>
                <a:lnTo>
                  <a:pt x="0" y="4331967"/>
                </a:lnTo>
                <a:lnTo>
                  <a:pt x="0" y="4403907"/>
                </a:lnTo>
                <a:lnTo>
                  <a:pt x="0" y="4475846"/>
                </a:lnTo>
                <a:lnTo>
                  <a:pt x="0" y="4547786"/>
                </a:lnTo>
                <a:lnTo>
                  <a:pt x="0" y="4619727"/>
                </a:lnTo>
                <a:lnTo>
                  <a:pt x="0" y="4691668"/>
                </a:lnTo>
                <a:lnTo>
                  <a:pt x="0" y="4763608"/>
                </a:lnTo>
                <a:lnTo>
                  <a:pt x="0" y="4835546"/>
                </a:lnTo>
                <a:lnTo>
                  <a:pt x="0" y="4907487"/>
                </a:lnTo>
                <a:lnTo>
                  <a:pt x="0" y="4979428"/>
                </a:lnTo>
                <a:lnTo>
                  <a:pt x="0" y="5051368"/>
                </a:lnTo>
                <a:lnTo>
                  <a:pt x="0" y="5123307"/>
                </a:lnTo>
                <a:lnTo>
                  <a:pt x="0" y="5195247"/>
                </a:lnTo>
                <a:lnTo>
                  <a:pt x="0" y="5267188"/>
                </a:lnTo>
                <a:lnTo>
                  <a:pt x="0" y="5339128"/>
                </a:lnTo>
                <a:lnTo>
                  <a:pt x="0" y="5411067"/>
                </a:lnTo>
                <a:lnTo>
                  <a:pt x="0" y="5483007"/>
                </a:lnTo>
                <a:lnTo>
                  <a:pt x="0" y="5554948"/>
                </a:lnTo>
                <a:lnTo>
                  <a:pt x="0" y="5626888"/>
                </a:lnTo>
                <a:lnTo>
                  <a:pt x="0" y="5698827"/>
                </a:lnTo>
                <a:lnTo>
                  <a:pt x="0" y="5770767"/>
                </a:lnTo>
                <a:lnTo>
                  <a:pt x="0" y="5842708"/>
                </a:lnTo>
                <a:lnTo>
                  <a:pt x="0" y="5914648"/>
                </a:lnTo>
                <a:lnTo>
                  <a:pt x="0" y="5986587"/>
                </a:lnTo>
                <a:lnTo>
                  <a:pt x="0" y="6058527"/>
                </a:lnTo>
                <a:lnTo>
                  <a:pt x="0" y="6130468"/>
                </a:lnTo>
                <a:lnTo>
                  <a:pt x="0" y="6202409"/>
                </a:lnTo>
                <a:lnTo>
                  <a:pt x="0" y="6274349"/>
                </a:lnTo>
                <a:lnTo>
                  <a:pt x="0" y="6346287"/>
                </a:lnTo>
                <a:lnTo>
                  <a:pt x="0" y="6418228"/>
                </a:lnTo>
                <a:lnTo>
                  <a:pt x="0" y="6490169"/>
                </a:lnTo>
                <a:lnTo>
                  <a:pt x="0" y="6562109"/>
                </a:lnTo>
                <a:lnTo>
                  <a:pt x="0" y="6634048"/>
                </a:lnTo>
                <a:lnTo>
                  <a:pt x="0" y="6705988"/>
                </a:lnTo>
                <a:lnTo>
                  <a:pt x="0" y="6777929"/>
                </a:lnTo>
                <a:lnTo>
                  <a:pt x="0" y="6849869"/>
                </a:lnTo>
                <a:lnTo>
                  <a:pt x="0" y="6921808"/>
                </a:lnTo>
                <a:lnTo>
                  <a:pt x="0" y="6993748"/>
                </a:lnTo>
                <a:lnTo>
                  <a:pt x="0" y="7065689"/>
                </a:lnTo>
                <a:lnTo>
                  <a:pt x="0" y="7137629"/>
                </a:lnTo>
                <a:lnTo>
                  <a:pt x="0" y="7209568"/>
                </a:lnTo>
                <a:lnTo>
                  <a:pt x="0" y="7281508"/>
                </a:lnTo>
                <a:lnTo>
                  <a:pt x="0" y="7353449"/>
                </a:lnTo>
                <a:lnTo>
                  <a:pt x="0" y="7425389"/>
                </a:lnTo>
                <a:lnTo>
                  <a:pt x="0" y="7497328"/>
                </a:lnTo>
                <a:lnTo>
                  <a:pt x="0" y="7569268"/>
                </a:lnTo>
                <a:lnTo>
                  <a:pt x="0" y="7641209"/>
                </a:lnTo>
                <a:lnTo>
                  <a:pt x="0" y="7713150"/>
                </a:lnTo>
                <a:lnTo>
                  <a:pt x="0" y="7785090"/>
                </a:lnTo>
                <a:lnTo>
                  <a:pt x="0" y="7857028"/>
                </a:lnTo>
                <a:lnTo>
                  <a:pt x="0" y="7928969"/>
                </a:lnTo>
                <a:lnTo>
                  <a:pt x="0" y="8000910"/>
                </a:lnTo>
                <a:lnTo>
                  <a:pt x="0" y="8072850"/>
                </a:lnTo>
                <a:lnTo>
                  <a:pt x="0" y="8144789"/>
                </a:lnTo>
                <a:lnTo>
                  <a:pt x="0" y="8216729"/>
                </a:lnTo>
                <a:lnTo>
                  <a:pt x="0" y="8288670"/>
                </a:lnTo>
                <a:lnTo>
                  <a:pt x="0" y="8360610"/>
                </a:lnTo>
                <a:lnTo>
                  <a:pt x="0" y="8432549"/>
                </a:lnTo>
                <a:lnTo>
                  <a:pt x="0" y="8504489"/>
                </a:lnTo>
                <a:lnTo>
                  <a:pt x="0" y="8576430"/>
                </a:lnTo>
                <a:lnTo>
                  <a:pt x="0" y="8648370"/>
                </a:lnTo>
                <a:lnTo>
                  <a:pt x="0" y="8720309"/>
                </a:lnTo>
                <a:lnTo>
                  <a:pt x="0" y="8792249"/>
                </a:lnTo>
                <a:lnTo>
                  <a:pt x="0" y="8864190"/>
                </a:lnTo>
                <a:lnTo>
                  <a:pt x="0" y="8936130"/>
                </a:lnTo>
                <a:lnTo>
                  <a:pt x="0" y="9008071"/>
                </a:lnTo>
                <a:lnTo>
                  <a:pt x="0" y="9080009"/>
                </a:lnTo>
                <a:lnTo>
                  <a:pt x="0" y="9151950"/>
                </a:lnTo>
                <a:lnTo>
                  <a:pt x="0" y="9223891"/>
                </a:lnTo>
                <a:lnTo>
                  <a:pt x="0" y="9295831"/>
                </a:lnTo>
                <a:lnTo>
                  <a:pt x="0" y="9367769"/>
                </a:lnTo>
                <a:lnTo>
                  <a:pt x="0" y="9439710"/>
                </a:lnTo>
                <a:lnTo>
                  <a:pt x="0" y="9511651"/>
                </a:lnTo>
                <a:lnTo>
                  <a:pt x="0" y="9583591"/>
                </a:lnTo>
                <a:lnTo>
                  <a:pt x="0" y="9655530"/>
                </a:lnTo>
                <a:lnTo>
                  <a:pt x="0" y="9727470"/>
                </a:lnTo>
                <a:lnTo>
                  <a:pt x="3185" y="9799233"/>
                </a:lnTo>
                <a:lnTo>
                  <a:pt x="32482" y="9863885"/>
                </a:lnTo>
                <a:lnTo>
                  <a:pt x="94344" y="9898353"/>
                </a:lnTo>
                <a:lnTo>
                  <a:pt x="165898" y="9903585"/>
                </a:lnTo>
                <a:lnTo>
                  <a:pt x="237839" y="9903585"/>
                </a:lnTo>
                <a:lnTo>
                  <a:pt x="309779" y="9903585"/>
                </a:lnTo>
                <a:lnTo>
                  <a:pt x="381718" y="9903585"/>
                </a:lnTo>
                <a:lnTo>
                  <a:pt x="453658" y="9903585"/>
                </a:lnTo>
                <a:lnTo>
                  <a:pt x="525599" y="9903585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ble"/>
          <p:cNvSpPr/>
          <p:nvPr/>
        </p:nvSpPr>
        <p:spPr>
          <a:xfrm>
            <a:off x="252000" y="14543979"/>
            <a:ext cx="21009569" cy="20083652"/>
          </a:xfrm>
          <a:custGeom>
            <a:avLst/>
            <a:gdLst/>
            <a:ahLst/>
            <a:cxnLst/>
            <a:rect l="l" t="t" r="r" b="b"/>
            <a:pathLst>
              <a:path w="21009569" h="20083652">
                <a:moveTo>
                  <a:pt x="20721569" y="0"/>
                </a:moveTo>
                <a:lnTo>
                  <a:pt x="20793448" y="0"/>
                </a:lnTo>
                <a:lnTo>
                  <a:pt x="20865327" y="0"/>
                </a:lnTo>
                <a:lnTo>
                  <a:pt x="20935824" y="11648"/>
                </a:lnTo>
                <a:lnTo>
                  <a:pt x="20989789" y="57045"/>
                </a:lnTo>
                <a:lnTo>
                  <a:pt x="21008942" y="125664"/>
                </a:lnTo>
                <a:lnTo>
                  <a:pt x="21009569" y="197527"/>
                </a:lnTo>
                <a:lnTo>
                  <a:pt x="21009569" y="269407"/>
                </a:lnTo>
                <a:lnTo>
                  <a:pt x="21009569" y="341286"/>
                </a:lnTo>
                <a:lnTo>
                  <a:pt x="21009569" y="413165"/>
                </a:lnTo>
                <a:lnTo>
                  <a:pt x="21009569" y="485044"/>
                </a:lnTo>
                <a:lnTo>
                  <a:pt x="21009569" y="556923"/>
                </a:lnTo>
                <a:lnTo>
                  <a:pt x="21009569" y="628802"/>
                </a:lnTo>
                <a:lnTo>
                  <a:pt x="21009569" y="700681"/>
                </a:lnTo>
                <a:lnTo>
                  <a:pt x="21009569" y="772560"/>
                </a:lnTo>
                <a:lnTo>
                  <a:pt x="21009569" y="844439"/>
                </a:lnTo>
                <a:lnTo>
                  <a:pt x="21009569" y="916318"/>
                </a:lnTo>
                <a:lnTo>
                  <a:pt x="21009569" y="988197"/>
                </a:lnTo>
                <a:lnTo>
                  <a:pt x="21009569" y="1060076"/>
                </a:lnTo>
                <a:lnTo>
                  <a:pt x="21009569" y="1131955"/>
                </a:lnTo>
                <a:lnTo>
                  <a:pt x="21009569" y="1203833"/>
                </a:lnTo>
                <a:lnTo>
                  <a:pt x="21009569" y="1275712"/>
                </a:lnTo>
                <a:lnTo>
                  <a:pt x="21009569" y="1347591"/>
                </a:lnTo>
                <a:lnTo>
                  <a:pt x="21009569" y="1419470"/>
                </a:lnTo>
                <a:lnTo>
                  <a:pt x="21009569" y="1491349"/>
                </a:lnTo>
                <a:lnTo>
                  <a:pt x="21009569" y="1563228"/>
                </a:lnTo>
                <a:lnTo>
                  <a:pt x="21009569" y="1635107"/>
                </a:lnTo>
                <a:lnTo>
                  <a:pt x="21009569" y="1706986"/>
                </a:lnTo>
                <a:lnTo>
                  <a:pt x="21009569" y="1778865"/>
                </a:lnTo>
                <a:lnTo>
                  <a:pt x="21009569" y="1850744"/>
                </a:lnTo>
                <a:lnTo>
                  <a:pt x="21009569" y="1922624"/>
                </a:lnTo>
                <a:lnTo>
                  <a:pt x="21009569" y="1994503"/>
                </a:lnTo>
                <a:lnTo>
                  <a:pt x="21009569" y="2066382"/>
                </a:lnTo>
                <a:lnTo>
                  <a:pt x="21009569" y="2138261"/>
                </a:lnTo>
                <a:lnTo>
                  <a:pt x="21009569" y="2210139"/>
                </a:lnTo>
                <a:lnTo>
                  <a:pt x="21009569" y="2282018"/>
                </a:lnTo>
                <a:lnTo>
                  <a:pt x="21009569" y="2353897"/>
                </a:lnTo>
                <a:lnTo>
                  <a:pt x="21009569" y="2425776"/>
                </a:lnTo>
                <a:lnTo>
                  <a:pt x="21009569" y="2497655"/>
                </a:lnTo>
                <a:lnTo>
                  <a:pt x="21009569" y="2569534"/>
                </a:lnTo>
                <a:lnTo>
                  <a:pt x="21009569" y="2641413"/>
                </a:lnTo>
                <a:lnTo>
                  <a:pt x="21009569" y="2713292"/>
                </a:lnTo>
                <a:lnTo>
                  <a:pt x="21009569" y="2785171"/>
                </a:lnTo>
                <a:lnTo>
                  <a:pt x="21009569" y="2857050"/>
                </a:lnTo>
                <a:lnTo>
                  <a:pt x="21009569" y="2928929"/>
                </a:lnTo>
                <a:lnTo>
                  <a:pt x="21008819" y="3000789"/>
                </a:lnTo>
                <a:lnTo>
                  <a:pt x="20988934" y="3069175"/>
                </a:lnTo>
                <a:lnTo>
                  <a:pt x="20934275" y="3113751"/>
                </a:lnTo>
                <a:lnTo>
                  <a:pt x="20863666" y="3124797"/>
                </a:lnTo>
                <a:lnTo>
                  <a:pt x="20791787" y="3124797"/>
                </a:lnTo>
                <a:lnTo>
                  <a:pt x="20719908" y="3124797"/>
                </a:lnTo>
                <a:lnTo>
                  <a:pt x="20648029" y="3124797"/>
                </a:lnTo>
                <a:lnTo>
                  <a:pt x="20576150" y="3124797"/>
                </a:lnTo>
                <a:lnTo>
                  <a:pt x="20504273" y="3124797"/>
                </a:lnTo>
                <a:lnTo>
                  <a:pt x="20432392" y="3124797"/>
                </a:lnTo>
                <a:lnTo>
                  <a:pt x="20360515" y="3124797"/>
                </a:lnTo>
                <a:lnTo>
                  <a:pt x="20288634" y="3124797"/>
                </a:lnTo>
                <a:lnTo>
                  <a:pt x="20216757" y="3124797"/>
                </a:lnTo>
                <a:lnTo>
                  <a:pt x="20144878" y="3124797"/>
                </a:lnTo>
                <a:lnTo>
                  <a:pt x="20072999" y="3124797"/>
                </a:lnTo>
                <a:lnTo>
                  <a:pt x="20001120" y="3124797"/>
                </a:lnTo>
                <a:lnTo>
                  <a:pt x="19929241" y="3124797"/>
                </a:lnTo>
                <a:lnTo>
                  <a:pt x="19857362" y="3124797"/>
                </a:lnTo>
                <a:lnTo>
                  <a:pt x="19785483" y="3124797"/>
                </a:lnTo>
                <a:lnTo>
                  <a:pt x="19713603" y="3124797"/>
                </a:lnTo>
                <a:lnTo>
                  <a:pt x="19641724" y="3124797"/>
                </a:lnTo>
                <a:lnTo>
                  <a:pt x="19569845" y="3124797"/>
                </a:lnTo>
                <a:lnTo>
                  <a:pt x="19497966" y="3124797"/>
                </a:lnTo>
                <a:lnTo>
                  <a:pt x="19426087" y="3124797"/>
                </a:lnTo>
                <a:lnTo>
                  <a:pt x="19354208" y="3124797"/>
                </a:lnTo>
                <a:lnTo>
                  <a:pt x="19282329" y="3124797"/>
                </a:lnTo>
                <a:lnTo>
                  <a:pt x="19210450" y="3124797"/>
                </a:lnTo>
                <a:lnTo>
                  <a:pt x="19138571" y="3124797"/>
                </a:lnTo>
                <a:lnTo>
                  <a:pt x="19066692" y="3124797"/>
                </a:lnTo>
                <a:lnTo>
                  <a:pt x="18994813" y="3124797"/>
                </a:lnTo>
                <a:lnTo>
                  <a:pt x="18922934" y="3124796"/>
                </a:lnTo>
                <a:lnTo>
                  <a:pt x="18851055" y="3124796"/>
                </a:lnTo>
                <a:lnTo>
                  <a:pt x="18779176" y="3124796"/>
                </a:lnTo>
                <a:lnTo>
                  <a:pt x="18707297" y="3124796"/>
                </a:lnTo>
                <a:lnTo>
                  <a:pt x="18635418" y="3124796"/>
                </a:lnTo>
                <a:lnTo>
                  <a:pt x="18563539" y="3124796"/>
                </a:lnTo>
                <a:lnTo>
                  <a:pt x="18491660" y="3124796"/>
                </a:lnTo>
                <a:lnTo>
                  <a:pt x="18419781" y="3124796"/>
                </a:lnTo>
                <a:lnTo>
                  <a:pt x="18347902" y="3124796"/>
                </a:lnTo>
                <a:lnTo>
                  <a:pt x="18276023" y="3124796"/>
                </a:lnTo>
                <a:lnTo>
                  <a:pt x="18204143" y="3124796"/>
                </a:lnTo>
                <a:lnTo>
                  <a:pt x="18132264" y="3124796"/>
                </a:lnTo>
                <a:lnTo>
                  <a:pt x="18060386" y="3124796"/>
                </a:lnTo>
                <a:lnTo>
                  <a:pt x="17988507" y="3124796"/>
                </a:lnTo>
                <a:lnTo>
                  <a:pt x="17916628" y="3124796"/>
                </a:lnTo>
                <a:lnTo>
                  <a:pt x="17844749" y="3124796"/>
                </a:lnTo>
                <a:lnTo>
                  <a:pt x="17772870" y="3124796"/>
                </a:lnTo>
                <a:lnTo>
                  <a:pt x="17700991" y="3124796"/>
                </a:lnTo>
                <a:lnTo>
                  <a:pt x="17629112" y="3124796"/>
                </a:lnTo>
                <a:lnTo>
                  <a:pt x="17557233" y="3124796"/>
                </a:lnTo>
                <a:lnTo>
                  <a:pt x="17485354" y="3124796"/>
                </a:lnTo>
                <a:lnTo>
                  <a:pt x="17413476" y="3124796"/>
                </a:lnTo>
                <a:lnTo>
                  <a:pt x="17341597" y="3124796"/>
                </a:lnTo>
                <a:lnTo>
                  <a:pt x="17269718" y="3124796"/>
                </a:lnTo>
                <a:lnTo>
                  <a:pt x="17197839" y="3124796"/>
                </a:lnTo>
                <a:lnTo>
                  <a:pt x="17125960" y="3124796"/>
                </a:lnTo>
                <a:lnTo>
                  <a:pt x="17054081" y="3124796"/>
                </a:lnTo>
                <a:lnTo>
                  <a:pt x="16982202" y="3124796"/>
                </a:lnTo>
                <a:lnTo>
                  <a:pt x="16910323" y="3124796"/>
                </a:lnTo>
                <a:lnTo>
                  <a:pt x="16838444" y="3124796"/>
                </a:lnTo>
                <a:lnTo>
                  <a:pt x="16766565" y="3124796"/>
                </a:lnTo>
                <a:lnTo>
                  <a:pt x="16694686" y="3124796"/>
                </a:lnTo>
                <a:lnTo>
                  <a:pt x="16622807" y="3124796"/>
                </a:lnTo>
                <a:lnTo>
                  <a:pt x="16550928" y="3124796"/>
                </a:lnTo>
                <a:lnTo>
                  <a:pt x="16479049" y="3124796"/>
                </a:lnTo>
                <a:lnTo>
                  <a:pt x="16407170" y="3124796"/>
                </a:lnTo>
                <a:lnTo>
                  <a:pt x="16335290" y="3124796"/>
                </a:lnTo>
                <a:lnTo>
                  <a:pt x="16263411" y="3124796"/>
                </a:lnTo>
                <a:lnTo>
                  <a:pt x="16191532" y="3124796"/>
                </a:lnTo>
                <a:lnTo>
                  <a:pt x="16119653" y="3124796"/>
                </a:lnTo>
                <a:lnTo>
                  <a:pt x="16047774" y="3124796"/>
                </a:lnTo>
                <a:lnTo>
                  <a:pt x="15975895" y="3124796"/>
                </a:lnTo>
                <a:lnTo>
                  <a:pt x="15904016" y="3124796"/>
                </a:lnTo>
                <a:lnTo>
                  <a:pt x="15832137" y="3124796"/>
                </a:lnTo>
                <a:lnTo>
                  <a:pt x="15760258" y="3124796"/>
                </a:lnTo>
                <a:lnTo>
                  <a:pt x="15688379" y="3124796"/>
                </a:lnTo>
                <a:lnTo>
                  <a:pt x="15616500" y="3124796"/>
                </a:lnTo>
                <a:lnTo>
                  <a:pt x="15544621" y="3124796"/>
                </a:lnTo>
                <a:lnTo>
                  <a:pt x="15472743" y="3124796"/>
                </a:lnTo>
                <a:lnTo>
                  <a:pt x="15400864" y="3124796"/>
                </a:lnTo>
                <a:lnTo>
                  <a:pt x="15328985" y="3124796"/>
                </a:lnTo>
                <a:lnTo>
                  <a:pt x="15257106" y="3124796"/>
                </a:lnTo>
                <a:lnTo>
                  <a:pt x="15185227" y="3124796"/>
                </a:lnTo>
                <a:lnTo>
                  <a:pt x="15113348" y="3124796"/>
                </a:lnTo>
                <a:lnTo>
                  <a:pt x="15041469" y="3124796"/>
                </a:lnTo>
                <a:lnTo>
                  <a:pt x="14969590" y="3124796"/>
                </a:lnTo>
                <a:lnTo>
                  <a:pt x="14897711" y="3124796"/>
                </a:lnTo>
                <a:lnTo>
                  <a:pt x="14825832" y="3124796"/>
                </a:lnTo>
                <a:lnTo>
                  <a:pt x="14753953" y="3124796"/>
                </a:lnTo>
                <a:lnTo>
                  <a:pt x="14682073" y="3124796"/>
                </a:lnTo>
                <a:lnTo>
                  <a:pt x="14610194" y="3124796"/>
                </a:lnTo>
                <a:lnTo>
                  <a:pt x="14538316" y="3124796"/>
                </a:lnTo>
                <a:lnTo>
                  <a:pt x="14466437" y="3124796"/>
                </a:lnTo>
                <a:lnTo>
                  <a:pt x="14394558" y="3124796"/>
                </a:lnTo>
                <a:lnTo>
                  <a:pt x="14322679" y="3124796"/>
                </a:lnTo>
                <a:lnTo>
                  <a:pt x="14250800" y="3124796"/>
                </a:lnTo>
                <a:lnTo>
                  <a:pt x="14178921" y="3124796"/>
                </a:lnTo>
                <a:lnTo>
                  <a:pt x="14107042" y="3124796"/>
                </a:lnTo>
                <a:lnTo>
                  <a:pt x="14035163" y="3124796"/>
                </a:lnTo>
                <a:lnTo>
                  <a:pt x="13963284" y="3124796"/>
                </a:lnTo>
                <a:lnTo>
                  <a:pt x="13891405" y="3124796"/>
                </a:lnTo>
                <a:lnTo>
                  <a:pt x="13819526" y="3124796"/>
                </a:lnTo>
                <a:lnTo>
                  <a:pt x="13747647" y="3124796"/>
                </a:lnTo>
                <a:lnTo>
                  <a:pt x="13675768" y="3124796"/>
                </a:lnTo>
                <a:lnTo>
                  <a:pt x="13603889" y="3124796"/>
                </a:lnTo>
                <a:lnTo>
                  <a:pt x="13532010" y="3124796"/>
                </a:lnTo>
                <a:lnTo>
                  <a:pt x="13460131" y="3124796"/>
                </a:lnTo>
                <a:lnTo>
                  <a:pt x="13388252" y="3124796"/>
                </a:lnTo>
                <a:lnTo>
                  <a:pt x="13316373" y="3124796"/>
                </a:lnTo>
                <a:lnTo>
                  <a:pt x="13244494" y="3124796"/>
                </a:lnTo>
                <a:lnTo>
                  <a:pt x="13172616" y="3124796"/>
                </a:lnTo>
                <a:lnTo>
                  <a:pt x="13100737" y="3124796"/>
                </a:lnTo>
                <a:lnTo>
                  <a:pt x="13028858" y="3124796"/>
                </a:lnTo>
                <a:lnTo>
                  <a:pt x="12956979" y="3124796"/>
                </a:lnTo>
                <a:lnTo>
                  <a:pt x="12885099" y="3124796"/>
                </a:lnTo>
                <a:lnTo>
                  <a:pt x="12813220" y="3124796"/>
                </a:lnTo>
                <a:lnTo>
                  <a:pt x="12741341" y="3124796"/>
                </a:lnTo>
                <a:lnTo>
                  <a:pt x="12669462" y="3124796"/>
                </a:lnTo>
                <a:lnTo>
                  <a:pt x="12597583" y="3124796"/>
                </a:lnTo>
                <a:lnTo>
                  <a:pt x="12525704" y="3124796"/>
                </a:lnTo>
                <a:lnTo>
                  <a:pt x="12453825" y="3124796"/>
                </a:lnTo>
                <a:lnTo>
                  <a:pt x="12381946" y="3124796"/>
                </a:lnTo>
                <a:lnTo>
                  <a:pt x="12310067" y="3124796"/>
                </a:lnTo>
                <a:lnTo>
                  <a:pt x="12238188" y="3124796"/>
                </a:lnTo>
                <a:lnTo>
                  <a:pt x="12166309" y="3124796"/>
                </a:lnTo>
                <a:lnTo>
                  <a:pt x="12094430" y="3124796"/>
                </a:lnTo>
                <a:lnTo>
                  <a:pt x="12022551" y="3124796"/>
                </a:lnTo>
                <a:lnTo>
                  <a:pt x="11950672" y="3124796"/>
                </a:lnTo>
                <a:lnTo>
                  <a:pt x="11878794" y="3124796"/>
                </a:lnTo>
                <a:lnTo>
                  <a:pt x="11806915" y="3124796"/>
                </a:lnTo>
                <a:lnTo>
                  <a:pt x="11735036" y="3124796"/>
                </a:lnTo>
                <a:lnTo>
                  <a:pt x="11663157" y="3124796"/>
                </a:lnTo>
                <a:lnTo>
                  <a:pt x="11591278" y="3124796"/>
                </a:lnTo>
                <a:lnTo>
                  <a:pt x="11519399" y="3124796"/>
                </a:lnTo>
                <a:lnTo>
                  <a:pt x="11447520" y="3124796"/>
                </a:lnTo>
                <a:lnTo>
                  <a:pt x="11375641" y="3124796"/>
                </a:lnTo>
                <a:lnTo>
                  <a:pt x="11303762" y="3124796"/>
                </a:lnTo>
                <a:lnTo>
                  <a:pt x="11231882" y="3124796"/>
                </a:lnTo>
                <a:lnTo>
                  <a:pt x="11160003" y="3124796"/>
                </a:lnTo>
                <a:lnTo>
                  <a:pt x="11088124" y="3124796"/>
                </a:lnTo>
                <a:lnTo>
                  <a:pt x="11016245" y="3124796"/>
                </a:lnTo>
                <a:lnTo>
                  <a:pt x="10944366" y="3124796"/>
                </a:lnTo>
                <a:lnTo>
                  <a:pt x="10872487" y="3124796"/>
                </a:lnTo>
                <a:lnTo>
                  <a:pt x="10800608" y="3124796"/>
                </a:lnTo>
                <a:lnTo>
                  <a:pt x="10728729" y="3124796"/>
                </a:lnTo>
                <a:lnTo>
                  <a:pt x="10656850" y="3124796"/>
                </a:lnTo>
                <a:lnTo>
                  <a:pt x="10584972" y="3124796"/>
                </a:lnTo>
                <a:lnTo>
                  <a:pt x="10513093" y="3124796"/>
                </a:lnTo>
                <a:lnTo>
                  <a:pt x="10441214" y="3124796"/>
                </a:lnTo>
                <a:lnTo>
                  <a:pt x="10369335" y="3124796"/>
                </a:lnTo>
                <a:lnTo>
                  <a:pt x="10297456" y="3124796"/>
                </a:lnTo>
                <a:lnTo>
                  <a:pt x="10225577" y="3124796"/>
                </a:lnTo>
                <a:lnTo>
                  <a:pt x="10153698" y="3124796"/>
                </a:lnTo>
                <a:lnTo>
                  <a:pt x="10081819" y="3124796"/>
                </a:lnTo>
                <a:lnTo>
                  <a:pt x="10009940" y="3124796"/>
                </a:lnTo>
                <a:lnTo>
                  <a:pt x="9938061" y="3124796"/>
                </a:lnTo>
                <a:lnTo>
                  <a:pt x="9866182" y="3124796"/>
                </a:lnTo>
                <a:lnTo>
                  <a:pt x="9794303" y="3124796"/>
                </a:lnTo>
                <a:lnTo>
                  <a:pt x="9722424" y="3124796"/>
                </a:lnTo>
                <a:lnTo>
                  <a:pt x="9650545" y="3124796"/>
                </a:lnTo>
                <a:lnTo>
                  <a:pt x="9578665" y="3124796"/>
                </a:lnTo>
                <a:lnTo>
                  <a:pt x="9506786" y="3124796"/>
                </a:lnTo>
                <a:lnTo>
                  <a:pt x="9434907" y="3124796"/>
                </a:lnTo>
                <a:lnTo>
                  <a:pt x="9363028" y="3124796"/>
                </a:lnTo>
                <a:lnTo>
                  <a:pt x="9291150" y="3124796"/>
                </a:lnTo>
                <a:lnTo>
                  <a:pt x="9219271" y="3124796"/>
                </a:lnTo>
                <a:lnTo>
                  <a:pt x="9147392" y="3124796"/>
                </a:lnTo>
                <a:lnTo>
                  <a:pt x="9075513" y="3124796"/>
                </a:lnTo>
                <a:lnTo>
                  <a:pt x="9003634" y="3124796"/>
                </a:lnTo>
                <a:lnTo>
                  <a:pt x="8931755" y="3124796"/>
                </a:lnTo>
                <a:lnTo>
                  <a:pt x="8859876" y="3124796"/>
                </a:lnTo>
                <a:lnTo>
                  <a:pt x="8787997" y="3124796"/>
                </a:lnTo>
                <a:lnTo>
                  <a:pt x="8716118" y="3124796"/>
                </a:lnTo>
                <a:lnTo>
                  <a:pt x="8644239" y="3124796"/>
                </a:lnTo>
                <a:lnTo>
                  <a:pt x="8572360" y="3124796"/>
                </a:lnTo>
                <a:lnTo>
                  <a:pt x="8500481" y="3124796"/>
                </a:lnTo>
                <a:lnTo>
                  <a:pt x="8428602" y="3124796"/>
                </a:lnTo>
                <a:lnTo>
                  <a:pt x="8356723" y="3124796"/>
                </a:lnTo>
                <a:lnTo>
                  <a:pt x="8284844" y="3124796"/>
                </a:lnTo>
                <a:lnTo>
                  <a:pt x="8212965" y="3124796"/>
                </a:lnTo>
                <a:lnTo>
                  <a:pt x="8141086" y="3124796"/>
                </a:lnTo>
                <a:lnTo>
                  <a:pt x="8069207" y="3124796"/>
                </a:lnTo>
                <a:lnTo>
                  <a:pt x="7997329" y="3124796"/>
                </a:lnTo>
                <a:lnTo>
                  <a:pt x="7925450" y="3124796"/>
                </a:lnTo>
                <a:lnTo>
                  <a:pt x="7853571" y="3124796"/>
                </a:lnTo>
                <a:lnTo>
                  <a:pt x="7781691" y="3124796"/>
                </a:lnTo>
                <a:lnTo>
                  <a:pt x="7709812" y="3124796"/>
                </a:lnTo>
                <a:lnTo>
                  <a:pt x="7637933" y="3124796"/>
                </a:lnTo>
                <a:lnTo>
                  <a:pt x="7566054" y="3124796"/>
                </a:lnTo>
                <a:lnTo>
                  <a:pt x="7494175" y="3124796"/>
                </a:lnTo>
                <a:lnTo>
                  <a:pt x="7422296" y="3124796"/>
                </a:lnTo>
                <a:lnTo>
                  <a:pt x="7350417" y="3124796"/>
                </a:lnTo>
                <a:lnTo>
                  <a:pt x="7278538" y="3124796"/>
                </a:lnTo>
                <a:lnTo>
                  <a:pt x="7206659" y="3124796"/>
                </a:lnTo>
                <a:lnTo>
                  <a:pt x="7134780" y="3124796"/>
                </a:lnTo>
                <a:lnTo>
                  <a:pt x="7062901" y="3124796"/>
                </a:lnTo>
                <a:lnTo>
                  <a:pt x="6991022" y="3124796"/>
                </a:lnTo>
                <a:lnTo>
                  <a:pt x="6919143" y="3124796"/>
                </a:lnTo>
                <a:lnTo>
                  <a:pt x="6847264" y="3124796"/>
                </a:lnTo>
                <a:lnTo>
                  <a:pt x="6775385" y="3124796"/>
                </a:lnTo>
                <a:lnTo>
                  <a:pt x="6703507" y="3124796"/>
                </a:lnTo>
                <a:lnTo>
                  <a:pt x="6631628" y="3124796"/>
                </a:lnTo>
                <a:lnTo>
                  <a:pt x="6559749" y="3124796"/>
                </a:lnTo>
                <a:lnTo>
                  <a:pt x="6487870" y="3124796"/>
                </a:lnTo>
                <a:lnTo>
                  <a:pt x="6415991" y="3124795"/>
                </a:lnTo>
                <a:lnTo>
                  <a:pt x="6344112" y="3124795"/>
                </a:lnTo>
                <a:lnTo>
                  <a:pt x="6272233" y="3124795"/>
                </a:lnTo>
                <a:lnTo>
                  <a:pt x="6200354" y="3124795"/>
                </a:lnTo>
                <a:lnTo>
                  <a:pt x="6128475" y="3124795"/>
                </a:lnTo>
                <a:lnTo>
                  <a:pt x="6056595" y="3124795"/>
                </a:lnTo>
                <a:lnTo>
                  <a:pt x="5984716" y="3124795"/>
                </a:lnTo>
                <a:lnTo>
                  <a:pt x="5912837" y="3124795"/>
                </a:lnTo>
                <a:lnTo>
                  <a:pt x="5840958" y="3124795"/>
                </a:lnTo>
                <a:lnTo>
                  <a:pt x="5769079" y="3124795"/>
                </a:lnTo>
                <a:lnTo>
                  <a:pt x="5697200" y="3124795"/>
                </a:lnTo>
                <a:lnTo>
                  <a:pt x="5625321" y="3124795"/>
                </a:lnTo>
                <a:lnTo>
                  <a:pt x="5553442" y="3124795"/>
                </a:lnTo>
                <a:lnTo>
                  <a:pt x="5481563" y="3124795"/>
                </a:lnTo>
                <a:lnTo>
                  <a:pt x="5409684" y="3124795"/>
                </a:lnTo>
                <a:lnTo>
                  <a:pt x="5337805" y="3124795"/>
                </a:lnTo>
                <a:lnTo>
                  <a:pt x="5265926" y="3124795"/>
                </a:lnTo>
                <a:lnTo>
                  <a:pt x="5194047" y="3124795"/>
                </a:lnTo>
                <a:lnTo>
                  <a:pt x="5122168" y="3124795"/>
                </a:lnTo>
                <a:lnTo>
                  <a:pt x="5050289" y="3124795"/>
                </a:lnTo>
                <a:lnTo>
                  <a:pt x="4978410" y="3124795"/>
                </a:lnTo>
                <a:lnTo>
                  <a:pt x="4906531" y="3124795"/>
                </a:lnTo>
                <a:lnTo>
                  <a:pt x="4834652" y="3124795"/>
                </a:lnTo>
                <a:lnTo>
                  <a:pt x="4762775" y="3124795"/>
                </a:lnTo>
                <a:lnTo>
                  <a:pt x="4690896" y="3124795"/>
                </a:lnTo>
                <a:lnTo>
                  <a:pt x="4619017" y="3124795"/>
                </a:lnTo>
                <a:lnTo>
                  <a:pt x="4547138" y="3124795"/>
                </a:lnTo>
                <a:lnTo>
                  <a:pt x="4475259" y="3124795"/>
                </a:lnTo>
                <a:lnTo>
                  <a:pt x="4403380" y="3124795"/>
                </a:lnTo>
                <a:lnTo>
                  <a:pt x="4331501" y="3124795"/>
                </a:lnTo>
                <a:lnTo>
                  <a:pt x="4259621" y="3124795"/>
                </a:lnTo>
                <a:lnTo>
                  <a:pt x="4187742" y="3124795"/>
                </a:lnTo>
                <a:lnTo>
                  <a:pt x="4115863" y="3124795"/>
                </a:lnTo>
                <a:lnTo>
                  <a:pt x="4043984" y="3124795"/>
                </a:lnTo>
                <a:lnTo>
                  <a:pt x="3972105" y="3124795"/>
                </a:lnTo>
                <a:lnTo>
                  <a:pt x="3900226" y="3124795"/>
                </a:lnTo>
                <a:lnTo>
                  <a:pt x="3828347" y="3124795"/>
                </a:lnTo>
                <a:lnTo>
                  <a:pt x="3756468" y="3124795"/>
                </a:lnTo>
                <a:lnTo>
                  <a:pt x="3684589" y="3124795"/>
                </a:lnTo>
                <a:lnTo>
                  <a:pt x="3612710" y="3124795"/>
                </a:lnTo>
                <a:lnTo>
                  <a:pt x="3540831" y="3124795"/>
                </a:lnTo>
                <a:lnTo>
                  <a:pt x="3468952" y="3124795"/>
                </a:lnTo>
                <a:lnTo>
                  <a:pt x="3397073" y="3124795"/>
                </a:lnTo>
                <a:lnTo>
                  <a:pt x="3325194" y="3124795"/>
                </a:lnTo>
                <a:lnTo>
                  <a:pt x="3253315" y="3124795"/>
                </a:lnTo>
                <a:lnTo>
                  <a:pt x="3181436" y="3124795"/>
                </a:lnTo>
                <a:lnTo>
                  <a:pt x="3109557" y="3124795"/>
                </a:lnTo>
                <a:lnTo>
                  <a:pt x="3037678" y="3124795"/>
                </a:lnTo>
                <a:lnTo>
                  <a:pt x="2965799" y="3124795"/>
                </a:lnTo>
                <a:lnTo>
                  <a:pt x="2893920" y="3124795"/>
                </a:lnTo>
                <a:lnTo>
                  <a:pt x="2822041" y="3124795"/>
                </a:lnTo>
                <a:lnTo>
                  <a:pt x="2750161" y="3124795"/>
                </a:lnTo>
                <a:lnTo>
                  <a:pt x="2678282" y="3124795"/>
                </a:lnTo>
                <a:lnTo>
                  <a:pt x="2606403" y="3124795"/>
                </a:lnTo>
                <a:lnTo>
                  <a:pt x="2534524" y="3124795"/>
                </a:lnTo>
                <a:lnTo>
                  <a:pt x="2462645" y="3124795"/>
                </a:lnTo>
                <a:lnTo>
                  <a:pt x="2390766" y="3124795"/>
                </a:lnTo>
                <a:lnTo>
                  <a:pt x="2318887" y="3124795"/>
                </a:lnTo>
                <a:lnTo>
                  <a:pt x="2247008" y="3124795"/>
                </a:lnTo>
                <a:lnTo>
                  <a:pt x="2175129" y="3124795"/>
                </a:lnTo>
                <a:lnTo>
                  <a:pt x="2103252" y="3124795"/>
                </a:lnTo>
                <a:lnTo>
                  <a:pt x="2031373" y="3124795"/>
                </a:lnTo>
                <a:lnTo>
                  <a:pt x="1959494" y="3124795"/>
                </a:lnTo>
                <a:lnTo>
                  <a:pt x="1887615" y="3124795"/>
                </a:lnTo>
                <a:lnTo>
                  <a:pt x="1815736" y="3124795"/>
                </a:lnTo>
                <a:lnTo>
                  <a:pt x="1743857" y="3124795"/>
                </a:lnTo>
                <a:lnTo>
                  <a:pt x="1671978" y="3124795"/>
                </a:lnTo>
                <a:lnTo>
                  <a:pt x="1600099" y="3124795"/>
                </a:lnTo>
                <a:lnTo>
                  <a:pt x="1528220" y="3124795"/>
                </a:lnTo>
                <a:lnTo>
                  <a:pt x="1456341" y="3124795"/>
                </a:lnTo>
                <a:lnTo>
                  <a:pt x="1384462" y="3124795"/>
                </a:lnTo>
                <a:lnTo>
                  <a:pt x="1312583" y="3124795"/>
                </a:lnTo>
                <a:lnTo>
                  <a:pt x="1240704" y="3124795"/>
                </a:lnTo>
                <a:lnTo>
                  <a:pt x="1168825" y="3124795"/>
                </a:lnTo>
                <a:lnTo>
                  <a:pt x="1096946" y="3124795"/>
                </a:lnTo>
                <a:lnTo>
                  <a:pt x="1025067" y="3124795"/>
                </a:lnTo>
                <a:lnTo>
                  <a:pt x="953187" y="3124795"/>
                </a:lnTo>
                <a:lnTo>
                  <a:pt x="881308" y="3124795"/>
                </a:lnTo>
                <a:lnTo>
                  <a:pt x="809429" y="3124795"/>
                </a:lnTo>
                <a:lnTo>
                  <a:pt x="737550" y="3124795"/>
                </a:lnTo>
                <a:lnTo>
                  <a:pt x="665671" y="3124795"/>
                </a:lnTo>
                <a:lnTo>
                  <a:pt x="593792" y="3124795"/>
                </a:lnTo>
                <a:lnTo>
                  <a:pt x="521913" y="3124795"/>
                </a:lnTo>
                <a:lnTo>
                  <a:pt x="450034" y="3124795"/>
                </a:lnTo>
                <a:lnTo>
                  <a:pt x="378155" y="3124795"/>
                </a:lnTo>
                <a:lnTo>
                  <a:pt x="306276" y="3124795"/>
                </a:lnTo>
                <a:lnTo>
                  <a:pt x="234397" y="3124795"/>
                </a:lnTo>
                <a:lnTo>
                  <a:pt x="162518" y="3124795"/>
                </a:lnTo>
                <a:lnTo>
                  <a:pt x="91122" y="3130820"/>
                </a:lnTo>
                <a:lnTo>
                  <a:pt x="30334" y="3166949"/>
                </a:lnTo>
                <a:lnTo>
                  <a:pt x="2664" y="3232302"/>
                </a:lnTo>
                <a:lnTo>
                  <a:pt x="0" y="3304044"/>
                </a:lnTo>
                <a:lnTo>
                  <a:pt x="0" y="3375923"/>
                </a:lnTo>
                <a:lnTo>
                  <a:pt x="0" y="3447802"/>
                </a:lnTo>
                <a:lnTo>
                  <a:pt x="0" y="3519681"/>
                </a:lnTo>
                <a:lnTo>
                  <a:pt x="0" y="3591560"/>
                </a:lnTo>
                <a:lnTo>
                  <a:pt x="0" y="3663437"/>
                </a:lnTo>
                <a:lnTo>
                  <a:pt x="0" y="3735316"/>
                </a:lnTo>
                <a:lnTo>
                  <a:pt x="0" y="3807195"/>
                </a:lnTo>
                <a:lnTo>
                  <a:pt x="0" y="3879074"/>
                </a:lnTo>
                <a:lnTo>
                  <a:pt x="0" y="3950953"/>
                </a:lnTo>
                <a:lnTo>
                  <a:pt x="0" y="4022832"/>
                </a:lnTo>
                <a:lnTo>
                  <a:pt x="0" y="4094711"/>
                </a:lnTo>
                <a:lnTo>
                  <a:pt x="0" y="4166590"/>
                </a:lnTo>
                <a:lnTo>
                  <a:pt x="0" y="4238469"/>
                </a:lnTo>
                <a:lnTo>
                  <a:pt x="0" y="4310348"/>
                </a:lnTo>
                <a:lnTo>
                  <a:pt x="0" y="4382227"/>
                </a:lnTo>
                <a:lnTo>
                  <a:pt x="0" y="4454106"/>
                </a:lnTo>
                <a:lnTo>
                  <a:pt x="0" y="4525985"/>
                </a:lnTo>
                <a:lnTo>
                  <a:pt x="0" y="4597864"/>
                </a:lnTo>
                <a:lnTo>
                  <a:pt x="0" y="4669743"/>
                </a:lnTo>
                <a:lnTo>
                  <a:pt x="0" y="4741622"/>
                </a:lnTo>
                <a:lnTo>
                  <a:pt x="0" y="4813501"/>
                </a:lnTo>
                <a:lnTo>
                  <a:pt x="0" y="4885380"/>
                </a:lnTo>
                <a:lnTo>
                  <a:pt x="0" y="4957259"/>
                </a:lnTo>
                <a:lnTo>
                  <a:pt x="0" y="5029138"/>
                </a:lnTo>
                <a:lnTo>
                  <a:pt x="0" y="5101018"/>
                </a:lnTo>
                <a:lnTo>
                  <a:pt x="0" y="5172897"/>
                </a:lnTo>
                <a:lnTo>
                  <a:pt x="0" y="5244776"/>
                </a:lnTo>
                <a:lnTo>
                  <a:pt x="0" y="5316655"/>
                </a:lnTo>
                <a:lnTo>
                  <a:pt x="0" y="5388534"/>
                </a:lnTo>
                <a:lnTo>
                  <a:pt x="0" y="5460413"/>
                </a:lnTo>
                <a:lnTo>
                  <a:pt x="0" y="5532292"/>
                </a:lnTo>
                <a:lnTo>
                  <a:pt x="0" y="5604171"/>
                </a:lnTo>
                <a:lnTo>
                  <a:pt x="0" y="5676050"/>
                </a:lnTo>
                <a:lnTo>
                  <a:pt x="0" y="5747929"/>
                </a:lnTo>
                <a:lnTo>
                  <a:pt x="0" y="5819808"/>
                </a:lnTo>
                <a:lnTo>
                  <a:pt x="0" y="5891687"/>
                </a:lnTo>
                <a:lnTo>
                  <a:pt x="0" y="5963566"/>
                </a:lnTo>
                <a:lnTo>
                  <a:pt x="0" y="6035445"/>
                </a:lnTo>
                <a:lnTo>
                  <a:pt x="0" y="6107324"/>
                </a:lnTo>
                <a:lnTo>
                  <a:pt x="0" y="6179203"/>
                </a:lnTo>
                <a:lnTo>
                  <a:pt x="0" y="6251080"/>
                </a:lnTo>
                <a:lnTo>
                  <a:pt x="0" y="6322959"/>
                </a:lnTo>
                <a:lnTo>
                  <a:pt x="0" y="6394838"/>
                </a:lnTo>
                <a:lnTo>
                  <a:pt x="0" y="6466717"/>
                </a:lnTo>
                <a:lnTo>
                  <a:pt x="0" y="6538596"/>
                </a:lnTo>
                <a:lnTo>
                  <a:pt x="0" y="6610475"/>
                </a:lnTo>
                <a:lnTo>
                  <a:pt x="0" y="6682354"/>
                </a:lnTo>
                <a:lnTo>
                  <a:pt x="0" y="6754233"/>
                </a:lnTo>
                <a:lnTo>
                  <a:pt x="0" y="6826112"/>
                </a:lnTo>
                <a:lnTo>
                  <a:pt x="0" y="6897992"/>
                </a:lnTo>
                <a:lnTo>
                  <a:pt x="0" y="6969871"/>
                </a:lnTo>
                <a:lnTo>
                  <a:pt x="0" y="7041750"/>
                </a:lnTo>
                <a:lnTo>
                  <a:pt x="0" y="7113629"/>
                </a:lnTo>
                <a:lnTo>
                  <a:pt x="0" y="7185508"/>
                </a:lnTo>
                <a:lnTo>
                  <a:pt x="0" y="7257387"/>
                </a:lnTo>
                <a:lnTo>
                  <a:pt x="0" y="7329266"/>
                </a:lnTo>
                <a:lnTo>
                  <a:pt x="0" y="7401145"/>
                </a:lnTo>
                <a:lnTo>
                  <a:pt x="0" y="7473024"/>
                </a:lnTo>
                <a:lnTo>
                  <a:pt x="0" y="7544903"/>
                </a:lnTo>
                <a:lnTo>
                  <a:pt x="0" y="7616782"/>
                </a:lnTo>
                <a:lnTo>
                  <a:pt x="0" y="7688661"/>
                </a:lnTo>
                <a:lnTo>
                  <a:pt x="0" y="7760540"/>
                </a:lnTo>
                <a:lnTo>
                  <a:pt x="0" y="7832419"/>
                </a:lnTo>
                <a:lnTo>
                  <a:pt x="0" y="7904298"/>
                </a:lnTo>
                <a:lnTo>
                  <a:pt x="0" y="7976177"/>
                </a:lnTo>
                <a:lnTo>
                  <a:pt x="0" y="8048056"/>
                </a:lnTo>
                <a:lnTo>
                  <a:pt x="0" y="8119935"/>
                </a:lnTo>
                <a:lnTo>
                  <a:pt x="0" y="8191814"/>
                </a:lnTo>
                <a:lnTo>
                  <a:pt x="0" y="8263693"/>
                </a:lnTo>
                <a:lnTo>
                  <a:pt x="0" y="8335572"/>
                </a:lnTo>
                <a:lnTo>
                  <a:pt x="0" y="8407452"/>
                </a:lnTo>
                <a:lnTo>
                  <a:pt x="0" y="8479331"/>
                </a:lnTo>
                <a:lnTo>
                  <a:pt x="0" y="8551210"/>
                </a:lnTo>
                <a:lnTo>
                  <a:pt x="0" y="8623089"/>
                </a:lnTo>
                <a:lnTo>
                  <a:pt x="0" y="8694968"/>
                </a:lnTo>
                <a:lnTo>
                  <a:pt x="0" y="8766847"/>
                </a:lnTo>
                <a:lnTo>
                  <a:pt x="0" y="8838724"/>
                </a:lnTo>
                <a:lnTo>
                  <a:pt x="0" y="8910603"/>
                </a:lnTo>
                <a:lnTo>
                  <a:pt x="0" y="8982482"/>
                </a:lnTo>
                <a:lnTo>
                  <a:pt x="0" y="9054361"/>
                </a:lnTo>
                <a:lnTo>
                  <a:pt x="0" y="9126240"/>
                </a:lnTo>
                <a:lnTo>
                  <a:pt x="0" y="9198119"/>
                </a:lnTo>
                <a:lnTo>
                  <a:pt x="0" y="9269998"/>
                </a:lnTo>
                <a:lnTo>
                  <a:pt x="0" y="9341877"/>
                </a:lnTo>
                <a:lnTo>
                  <a:pt x="0" y="9413756"/>
                </a:lnTo>
                <a:lnTo>
                  <a:pt x="0" y="9485635"/>
                </a:lnTo>
                <a:lnTo>
                  <a:pt x="0" y="9557514"/>
                </a:lnTo>
                <a:lnTo>
                  <a:pt x="0" y="9629393"/>
                </a:lnTo>
                <a:lnTo>
                  <a:pt x="0" y="9701272"/>
                </a:lnTo>
                <a:lnTo>
                  <a:pt x="0" y="9773151"/>
                </a:lnTo>
                <a:lnTo>
                  <a:pt x="0" y="9845030"/>
                </a:lnTo>
                <a:lnTo>
                  <a:pt x="0" y="9916909"/>
                </a:lnTo>
                <a:lnTo>
                  <a:pt x="0" y="9988788"/>
                </a:lnTo>
                <a:lnTo>
                  <a:pt x="0" y="10060667"/>
                </a:lnTo>
                <a:lnTo>
                  <a:pt x="0" y="10132546"/>
                </a:lnTo>
                <a:lnTo>
                  <a:pt x="0" y="10204425"/>
                </a:lnTo>
                <a:lnTo>
                  <a:pt x="0" y="10276305"/>
                </a:lnTo>
                <a:lnTo>
                  <a:pt x="0" y="10348184"/>
                </a:lnTo>
                <a:lnTo>
                  <a:pt x="0" y="10420063"/>
                </a:lnTo>
                <a:lnTo>
                  <a:pt x="0" y="10491942"/>
                </a:lnTo>
                <a:lnTo>
                  <a:pt x="0" y="10563821"/>
                </a:lnTo>
                <a:lnTo>
                  <a:pt x="0" y="10635700"/>
                </a:lnTo>
                <a:lnTo>
                  <a:pt x="0" y="10707579"/>
                </a:lnTo>
                <a:lnTo>
                  <a:pt x="0" y="10779458"/>
                </a:lnTo>
                <a:lnTo>
                  <a:pt x="0" y="10851337"/>
                </a:lnTo>
                <a:lnTo>
                  <a:pt x="0" y="10923216"/>
                </a:lnTo>
                <a:lnTo>
                  <a:pt x="0" y="10995095"/>
                </a:lnTo>
                <a:lnTo>
                  <a:pt x="0" y="11066974"/>
                </a:lnTo>
                <a:lnTo>
                  <a:pt x="0" y="11138853"/>
                </a:lnTo>
                <a:lnTo>
                  <a:pt x="0" y="11210732"/>
                </a:lnTo>
                <a:lnTo>
                  <a:pt x="0" y="11282611"/>
                </a:lnTo>
                <a:lnTo>
                  <a:pt x="0" y="11354490"/>
                </a:lnTo>
                <a:lnTo>
                  <a:pt x="0" y="11426369"/>
                </a:lnTo>
                <a:lnTo>
                  <a:pt x="0" y="11498246"/>
                </a:lnTo>
                <a:lnTo>
                  <a:pt x="0" y="11570125"/>
                </a:lnTo>
                <a:lnTo>
                  <a:pt x="0" y="11642004"/>
                </a:lnTo>
                <a:lnTo>
                  <a:pt x="0" y="11713883"/>
                </a:lnTo>
                <a:lnTo>
                  <a:pt x="0" y="11785762"/>
                </a:lnTo>
                <a:lnTo>
                  <a:pt x="0" y="11857641"/>
                </a:lnTo>
                <a:lnTo>
                  <a:pt x="0" y="11929520"/>
                </a:lnTo>
                <a:lnTo>
                  <a:pt x="0" y="12001399"/>
                </a:lnTo>
                <a:lnTo>
                  <a:pt x="0" y="12073279"/>
                </a:lnTo>
                <a:lnTo>
                  <a:pt x="0" y="12145158"/>
                </a:lnTo>
                <a:lnTo>
                  <a:pt x="0" y="12217037"/>
                </a:lnTo>
                <a:lnTo>
                  <a:pt x="0" y="12288916"/>
                </a:lnTo>
                <a:lnTo>
                  <a:pt x="0" y="12360795"/>
                </a:lnTo>
                <a:lnTo>
                  <a:pt x="0" y="12432674"/>
                </a:lnTo>
                <a:lnTo>
                  <a:pt x="0" y="12504553"/>
                </a:lnTo>
                <a:lnTo>
                  <a:pt x="0" y="12576432"/>
                </a:lnTo>
                <a:lnTo>
                  <a:pt x="0" y="12648311"/>
                </a:lnTo>
                <a:lnTo>
                  <a:pt x="0" y="12720190"/>
                </a:lnTo>
                <a:lnTo>
                  <a:pt x="0" y="12792069"/>
                </a:lnTo>
                <a:lnTo>
                  <a:pt x="0" y="12863948"/>
                </a:lnTo>
                <a:lnTo>
                  <a:pt x="0" y="12935827"/>
                </a:lnTo>
                <a:lnTo>
                  <a:pt x="0" y="13007706"/>
                </a:lnTo>
                <a:lnTo>
                  <a:pt x="0" y="13079585"/>
                </a:lnTo>
                <a:lnTo>
                  <a:pt x="0" y="13151464"/>
                </a:lnTo>
                <a:lnTo>
                  <a:pt x="0" y="13223343"/>
                </a:lnTo>
                <a:lnTo>
                  <a:pt x="0" y="13295222"/>
                </a:lnTo>
                <a:lnTo>
                  <a:pt x="0" y="13367101"/>
                </a:lnTo>
                <a:lnTo>
                  <a:pt x="0" y="13438980"/>
                </a:lnTo>
                <a:lnTo>
                  <a:pt x="0" y="13510859"/>
                </a:lnTo>
                <a:lnTo>
                  <a:pt x="0" y="13582739"/>
                </a:lnTo>
                <a:lnTo>
                  <a:pt x="0" y="13654618"/>
                </a:lnTo>
                <a:lnTo>
                  <a:pt x="0" y="13726497"/>
                </a:lnTo>
                <a:lnTo>
                  <a:pt x="0" y="13798376"/>
                </a:lnTo>
                <a:lnTo>
                  <a:pt x="0" y="13870255"/>
                </a:lnTo>
                <a:lnTo>
                  <a:pt x="0" y="13942134"/>
                </a:lnTo>
                <a:lnTo>
                  <a:pt x="0" y="14014013"/>
                </a:lnTo>
                <a:lnTo>
                  <a:pt x="0" y="14085890"/>
                </a:lnTo>
                <a:lnTo>
                  <a:pt x="0" y="14157769"/>
                </a:lnTo>
                <a:lnTo>
                  <a:pt x="0" y="14229648"/>
                </a:lnTo>
                <a:lnTo>
                  <a:pt x="0" y="14301527"/>
                </a:lnTo>
                <a:lnTo>
                  <a:pt x="0" y="14373406"/>
                </a:lnTo>
                <a:lnTo>
                  <a:pt x="0" y="14445285"/>
                </a:lnTo>
                <a:lnTo>
                  <a:pt x="0" y="14517164"/>
                </a:lnTo>
                <a:lnTo>
                  <a:pt x="0" y="14589043"/>
                </a:lnTo>
                <a:lnTo>
                  <a:pt x="0" y="14660922"/>
                </a:lnTo>
                <a:lnTo>
                  <a:pt x="0" y="14732801"/>
                </a:lnTo>
                <a:lnTo>
                  <a:pt x="0" y="14804680"/>
                </a:lnTo>
                <a:lnTo>
                  <a:pt x="0" y="14876559"/>
                </a:lnTo>
                <a:lnTo>
                  <a:pt x="0" y="14948438"/>
                </a:lnTo>
                <a:lnTo>
                  <a:pt x="0" y="15020317"/>
                </a:lnTo>
                <a:lnTo>
                  <a:pt x="0" y="15092196"/>
                </a:lnTo>
                <a:lnTo>
                  <a:pt x="0" y="15164075"/>
                </a:lnTo>
                <a:lnTo>
                  <a:pt x="0" y="15235954"/>
                </a:lnTo>
                <a:lnTo>
                  <a:pt x="0" y="15307833"/>
                </a:lnTo>
                <a:lnTo>
                  <a:pt x="0" y="15379713"/>
                </a:lnTo>
                <a:lnTo>
                  <a:pt x="0" y="15451592"/>
                </a:lnTo>
                <a:lnTo>
                  <a:pt x="0" y="15523471"/>
                </a:lnTo>
                <a:lnTo>
                  <a:pt x="0" y="15595350"/>
                </a:lnTo>
                <a:lnTo>
                  <a:pt x="0" y="15667229"/>
                </a:lnTo>
                <a:lnTo>
                  <a:pt x="0" y="15739106"/>
                </a:lnTo>
                <a:lnTo>
                  <a:pt x="0" y="15810987"/>
                </a:lnTo>
                <a:lnTo>
                  <a:pt x="0" y="15882864"/>
                </a:lnTo>
                <a:lnTo>
                  <a:pt x="0" y="15954745"/>
                </a:lnTo>
                <a:lnTo>
                  <a:pt x="0" y="16026622"/>
                </a:lnTo>
                <a:lnTo>
                  <a:pt x="0" y="16098503"/>
                </a:lnTo>
                <a:lnTo>
                  <a:pt x="0" y="16170380"/>
                </a:lnTo>
                <a:lnTo>
                  <a:pt x="0" y="16242261"/>
                </a:lnTo>
                <a:lnTo>
                  <a:pt x="0" y="16314138"/>
                </a:lnTo>
                <a:lnTo>
                  <a:pt x="0" y="16386019"/>
                </a:lnTo>
                <a:lnTo>
                  <a:pt x="0" y="16457896"/>
                </a:lnTo>
                <a:lnTo>
                  <a:pt x="0" y="16529777"/>
                </a:lnTo>
                <a:lnTo>
                  <a:pt x="0" y="16601654"/>
                </a:lnTo>
                <a:lnTo>
                  <a:pt x="0" y="16673535"/>
                </a:lnTo>
                <a:lnTo>
                  <a:pt x="0" y="16745412"/>
                </a:lnTo>
                <a:lnTo>
                  <a:pt x="0" y="16817293"/>
                </a:lnTo>
                <a:lnTo>
                  <a:pt x="0" y="16889170"/>
                </a:lnTo>
                <a:lnTo>
                  <a:pt x="0" y="16961052"/>
                </a:lnTo>
                <a:lnTo>
                  <a:pt x="0" y="17032928"/>
                </a:lnTo>
                <a:lnTo>
                  <a:pt x="0" y="17104810"/>
                </a:lnTo>
                <a:lnTo>
                  <a:pt x="0" y="17176687"/>
                </a:lnTo>
                <a:lnTo>
                  <a:pt x="0" y="17248568"/>
                </a:lnTo>
                <a:lnTo>
                  <a:pt x="0" y="17320445"/>
                </a:lnTo>
                <a:lnTo>
                  <a:pt x="0" y="17392326"/>
                </a:lnTo>
                <a:lnTo>
                  <a:pt x="0" y="17464203"/>
                </a:lnTo>
                <a:lnTo>
                  <a:pt x="0" y="17536084"/>
                </a:lnTo>
                <a:lnTo>
                  <a:pt x="0" y="17607961"/>
                </a:lnTo>
                <a:lnTo>
                  <a:pt x="0" y="17679842"/>
                </a:lnTo>
                <a:lnTo>
                  <a:pt x="0" y="17751719"/>
                </a:lnTo>
                <a:lnTo>
                  <a:pt x="0" y="17823600"/>
                </a:lnTo>
                <a:lnTo>
                  <a:pt x="0" y="17895477"/>
                </a:lnTo>
                <a:lnTo>
                  <a:pt x="0" y="17967354"/>
                </a:lnTo>
                <a:lnTo>
                  <a:pt x="0" y="18039235"/>
                </a:lnTo>
                <a:lnTo>
                  <a:pt x="0" y="18111112"/>
                </a:lnTo>
                <a:lnTo>
                  <a:pt x="0" y="18182993"/>
                </a:lnTo>
                <a:lnTo>
                  <a:pt x="0" y="18254870"/>
                </a:lnTo>
                <a:lnTo>
                  <a:pt x="0" y="18326751"/>
                </a:lnTo>
                <a:lnTo>
                  <a:pt x="0" y="18398628"/>
                </a:lnTo>
                <a:lnTo>
                  <a:pt x="0" y="18470509"/>
                </a:lnTo>
                <a:lnTo>
                  <a:pt x="0" y="18542386"/>
                </a:lnTo>
                <a:lnTo>
                  <a:pt x="0" y="18614267"/>
                </a:lnTo>
                <a:lnTo>
                  <a:pt x="0" y="18686144"/>
                </a:lnTo>
                <a:lnTo>
                  <a:pt x="0" y="18758026"/>
                </a:lnTo>
                <a:lnTo>
                  <a:pt x="0" y="18829902"/>
                </a:lnTo>
                <a:lnTo>
                  <a:pt x="0" y="18901784"/>
                </a:lnTo>
                <a:lnTo>
                  <a:pt x="0" y="18973660"/>
                </a:lnTo>
                <a:lnTo>
                  <a:pt x="0" y="19045542"/>
                </a:lnTo>
                <a:lnTo>
                  <a:pt x="0" y="19117419"/>
                </a:lnTo>
                <a:lnTo>
                  <a:pt x="0" y="19189300"/>
                </a:lnTo>
                <a:lnTo>
                  <a:pt x="0" y="19261177"/>
                </a:lnTo>
                <a:lnTo>
                  <a:pt x="0" y="19333058"/>
                </a:lnTo>
                <a:lnTo>
                  <a:pt x="0" y="19404935"/>
                </a:lnTo>
                <a:lnTo>
                  <a:pt x="0" y="19476816"/>
                </a:lnTo>
                <a:lnTo>
                  <a:pt x="0" y="19548693"/>
                </a:lnTo>
                <a:lnTo>
                  <a:pt x="0" y="19620574"/>
                </a:lnTo>
                <a:lnTo>
                  <a:pt x="0" y="19692451"/>
                </a:lnTo>
                <a:lnTo>
                  <a:pt x="0" y="19764332"/>
                </a:lnTo>
                <a:lnTo>
                  <a:pt x="0" y="19836209"/>
                </a:lnTo>
                <a:lnTo>
                  <a:pt x="0" y="19908090"/>
                </a:lnTo>
                <a:lnTo>
                  <a:pt x="3279" y="19979780"/>
                </a:lnTo>
                <a:lnTo>
                  <a:pt x="32770" y="20044270"/>
                </a:lnTo>
                <a:lnTo>
                  <a:pt x="94703" y="20078501"/>
                </a:lnTo>
                <a:lnTo>
                  <a:pt x="166206" y="20083652"/>
                </a:lnTo>
                <a:lnTo>
                  <a:pt x="238083" y="20083652"/>
                </a:lnTo>
                <a:lnTo>
                  <a:pt x="309964" y="20083652"/>
                </a:lnTo>
                <a:lnTo>
                  <a:pt x="381841" y="20083652"/>
                </a:lnTo>
                <a:lnTo>
                  <a:pt x="453722" y="20083652"/>
                </a:lnTo>
                <a:lnTo>
                  <a:pt x="525599" y="20083652"/>
                </a:lnTo>
              </a:path>
            </a:pathLst>
          </a:custGeom>
          <a:noFill/>
          <a:ln w="61200">
            <a:solidFill>
              <a:srgbClr val="B9B9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4" name="barra superior"/>
          <p:cNvGrpSpPr/>
          <p:nvPr/>
        </p:nvGrpSpPr>
        <p:grpSpPr>
          <a:xfrm>
            <a:off x="503932" y="503932"/>
            <a:ext cx="29267944" cy="3851821"/>
            <a:chOff x="503932" y="503932"/>
            <a:chExt cx="29267944" cy="3851821"/>
          </a:xfrm>
        </p:grpSpPr>
        <p:sp>
          <p:nvSpPr>
            <p:cNvPr id="35" name="menubar"/>
            <p:cNvSpPr/>
            <p:nvPr/>
          </p:nvSpPr>
          <p:spPr>
            <a:xfrm>
              <a:off x="503932" y="503932"/>
              <a:ext cx="29267944" cy="251966"/>
            </a:xfrm>
            <a:prstGeom prst="rect">
              <a:avLst/>
            </a:prstGeom>
            <a:solidFill>
              <a:srgbClr val="14141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hbody"/>
            <p:cNvSpPr/>
            <p:nvPr/>
          </p:nvSpPr>
          <p:spPr>
            <a:xfrm>
              <a:off x="503932" y="755898"/>
              <a:ext cx="29267944" cy="3599855"/>
            </a:xfrm>
            <a:prstGeom prst="rect">
              <a:avLst/>
            </a:prstGeom>
            <a:solidFill>
              <a:srgbClr val="2B2B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pic>
        <p:nvPicPr>
          <p:cNvPr id="37" name="logo" descr="logo_fc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7971" y="1043880"/>
            <a:ext cx="3023890" cy="3023890"/>
          </a:xfrm>
          <a:prstGeom prst="rect">
            <a:avLst/>
          </a:prstGeom>
        </p:spPr>
      </p:pic>
      <p:grpSp>
        <p:nvGrpSpPr>
          <p:cNvPr id="38" name="autores"/>
          <p:cNvGrpSpPr/>
          <p:nvPr/>
        </p:nvGrpSpPr>
        <p:grpSpPr>
          <a:xfrm>
            <a:off x="14579947" y="950268"/>
            <a:ext cx="11231910" cy="2973585"/>
            <a:chOff x="14579947" y="950268"/>
            <a:chExt cx="11231910" cy="2973585"/>
          </a:xfrm>
        </p:grpSpPr>
        <p:sp>
          <p:nvSpPr>
            <p:cNvPr id="39" name="vsep"/>
            <p:cNvSpPr/>
            <p:nvPr/>
          </p:nvSpPr>
          <p:spPr>
            <a:xfrm>
              <a:off x="14579947" y="1187946"/>
              <a:ext cx="17859" cy="2735907"/>
            </a:xfrm>
            <a:prstGeom prst="rect">
              <a:avLst/>
            </a:prstGeom>
            <a:solidFill>
              <a:srgbClr val="47474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pic>
          <p:nvPicPr>
            <p:cNvPr id="40" name="Picture 39" descr="el2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011995" y="1029593"/>
              <a:ext cx="575965" cy="575965"/>
            </a:xfrm>
            <a:prstGeom prst="rect">
              <a:avLst/>
            </a:prstGeom>
          </p:spPr>
        </p:pic>
        <p:sp>
          <p:nvSpPr>
            <p:cNvPr id="41" name="aname"/>
            <p:cNvSpPr txBox="1"/>
            <p:nvPr/>
          </p:nvSpPr>
          <p:spPr>
            <a:xfrm>
              <a:off x="15803910" y="950268"/>
              <a:ext cx="10007947" cy="411807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3242"/>
                </a:lnSpc>
              </a:pPr>
              <a:r>
                <a:rPr sz="2948" b="1">
                  <a:solidFill>
                    <a:srgbClr val="F0F0F0"/>
                  </a:solidFill>
                  <a:latin typeface="Inter"/>
                </a:rPr>
                <a:t>Matías D'Angelo</a:t>
              </a:r>
            </a:p>
          </p:txBody>
        </p:sp>
        <p:sp>
          <p:nvSpPr>
            <p:cNvPr id="42" name="amail"/>
            <p:cNvSpPr txBox="1"/>
            <p:nvPr/>
          </p:nvSpPr>
          <p:spPr>
            <a:xfrm>
              <a:off x="15803910" y="1425476"/>
              <a:ext cx="10007947" cy="261193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057"/>
                </a:lnSpc>
              </a:pPr>
              <a:r>
                <a:rPr sz="1870" b="0">
                  <a:solidFill>
                    <a:srgbClr val="9FD0FF"/>
                  </a:solidFill>
                  <a:latin typeface="IBM Plex Mono"/>
                </a:rPr>
                <a:t>matidangelo8@gmail.com</a:t>
              </a:r>
            </a:p>
          </p:txBody>
        </p:sp>
        <p:pic>
          <p:nvPicPr>
            <p:cNvPr id="43" name="Picture 42" descr="el2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011995" y="2109490"/>
              <a:ext cx="575965" cy="575965"/>
            </a:xfrm>
            <a:prstGeom prst="rect">
              <a:avLst/>
            </a:prstGeom>
          </p:spPr>
        </p:pic>
        <p:sp>
          <p:nvSpPr>
            <p:cNvPr id="44" name="aname"/>
            <p:cNvSpPr txBox="1"/>
            <p:nvPr/>
          </p:nvSpPr>
          <p:spPr>
            <a:xfrm>
              <a:off x="15803910" y="2030313"/>
              <a:ext cx="10007947" cy="411807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3242"/>
                </a:lnSpc>
              </a:pPr>
              <a:r>
                <a:rPr sz="2948" b="1">
                  <a:solidFill>
                    <a:srgbClr val="F0F0F0"/>
                  </a:solidFill>
                  <a:latin typeface="Inter"/>
                </a:rPr>
                <a:t>Oliverio Starosta</a:t>
              </a:r>
            </a:p>
          </p:txBody>
        </p:sp>
        <p:sp>
          <p:nvSpPr>
            <p:cNvPr id="45" name="amail"/>
            <p:cNvSpPr txBox="1"/>
            <p:nvPr/>
          </p:nvSpPr>
          <p:spPr>
            <a:xfrm>
              <a:off x="15803910" y="2505521"/>
              <a:ext cx="10007947" cy="261193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057"/>
                </a:lnSpc>
              </a:pPr>
              <a:r>
                <a:rPr sz="1870" b="0">
                  <a:solidFill>
                    <a:srgbClr val="9FD0FF"/>
                  </a:solidFill>
                  <a:latin typeface="IBM Plex Mono"/>
                </a:rPr>
                <a:t>oliveriostarosta@gmail.com</a:t>
              </a:r>
            </a:p>
          </p:txBody>
        </p:sp>
        <p:pic>
          <p:nvPicPr>
            <p:cNvPr id="46" name="Picture 45" descr="el21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011995" y="3189536"/>
              <a:ext cx="575965" cy="575965"/>
            </a:xfrm>
            <a:prstGeom prst="rect">
              <a:avLst/>
            </a:prstGeom>
          </p:spPr>
        </p:pic>
        <p:sp>
          <p:nvSpPr>
            <p:cNvPr id="47" name="aname"/>
            <p:cNvSpPr txBox="1"/>
            <p:nvPr/>
          </p:nvSpPr>
          <p:spPr>
            <a:xfrm>
              <a:off x="15803910" y="3110359"/>
              <a:ext cx="10007947" cy="411807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3242"/>
                </a:lnSpc>
              </a:pPr>
              <a:r>
                <a:rPr sz="2948" b="1">
                  <a:solidFill>
                    <a:srgbClr val="F0F0F0"/>
                  </a:solidFill>
                  <a:latin typeface="Inter"/>
                </a:rPr>
                <a:t>Lenny Stratas</a:t>
              </a:r>
            </a:p>
          </p:txBody>
        </p:sp>
        <p:sp>
          <p:nvSpPr>
            <p:cNvPr id="48" name="amail"/>
            <p:cNvSpPr txBox="1"/>
            <p:nvPr/>
          </p:nvSpPr>
          <p:spPr>
            <a:xfrm>
              <a:off x="15803910" y="3585567"/>
              <a:ext cx="10007947" cy="261193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057"/>
                </a:lnSpc>
              </a:pPr>
              <a:r>
                <a:rPr sz="1870" b="0">
                  <a:solidFill>
                    <a:srgbClr val="9FD0FF"/>
                  </a:solidFill>
                  <a:latin typeface="IBM Plex Mono"/>
                </a:rPr>
                <a:t>lennystratas@gmail.com</a:t>
              </a:r>
            </a:p>
          </p:txBody>
        </p:sp>
      </p:grpSp>
      <p:grpSp>
        <p:nvGrpSpPr>
          <p:cNvPr id="49" name="titulo"/>
          <p:cNvGrpSpPr/>
          <p:nvPr/>
        </p:nvGrpSpPr>
        <p:grpSpPr>
          <a:xfrm>
            <a:off x="935980" y="1079897"/>
            <a:ext cx="13211919" cy="2884140"/>
            <a:chOff x="935980" y="1079897"/>
            <a:chExt cx="13211919" cy="2884140"/>
          </a:xfrm>
        </p:grpSpPr>
        <p:sp>
          <p:nvSpPr>
            <p:cNvPr id="50" name="title"/>
            <p:cNvSpPr txBox="1"/>
            <p:nvPr/>
          </p:nvSpPr>
          <p:spPr>
            <a:xfrm>
              <a:off x="935980" y="1079897"/>
              <a:ext cx="13211919" cy="1900535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7483"/>
                </a:lnSpc>
              </a:pPr>
              <a:r>
                <a:rPr sz="6803" b="1">
                  <a:solidFill>
                    <a:srgbClr val="F2F2F2"/>
                  </a:solidFill>
                  <a:latin typeface="Inter"/>
                </a:rPr>
                <a:t>Estudio de un vórtice con</a:t>
              </a:r>
            </a:p>
            <a:p>
              <a:pPr algn="l">
                <a:lnSpc>
                  <a:spcPts val="7483"/>
                </a:lnSpc>
              </a:pPr>
              <a:r>
                <a:rPr sz="6803" b="1">
                  <a:solidFill>
                    <a:srgbClr val="F2F2F2"/>
                  </a:solidFill>
                  <a:latin typeface="Inter"/>
                </a:rPr>
                <a:t>velocimetría por imágenes</a:t>
              </a:r>
            </a:p>
          </p:txBody>
        </p:sp>
        <p:sp>
          <p:nvSpPr>
            <p:cNvPr id="51" name="authors"/>
            <p:cNvSpPr txBox="1"/>
            <p:nvPr/>
          </p:nvSpPr>
          <p:spPr>
            <a:xfrm>
              <a:off x="935980" y="3131939"/>
              <a:ext cx="13211919" cy="414635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3265"/>
                </a:lnSpc>
              </a:pPr>
              <a:r>
                <a:rPr sz="2721" b="1">
                  <a:solidFill>
                    <a:srgbClr val="E6E6E6"/>
                  </a:solidFill>
                  <a:latin typeface="Inter"/>
                </a:rPr>
                <a:t>Laboratorio 5 · Larrotonda, Grupo 7</a:t>
              </a:r>
            </a:p>
          </p:txBody>
        </p:sp>
        <p:sp>
          <p:nvSpPr>
            <p:cNvPr id="52" name="affil"/>
            <p:cNvSpPr txBox="1"/>
            <p:nvPr/>
          </p:nvSpPr>
          <p:spPr>
            <a:xfrm>
              <a:off x="935980" y="3635871"/>
              <a:ext cx="13211919" cy="328166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2585"/>
                </a:lnSpc>
              </a:pPr>
              <a:r>
                <a:rPr sz="2154" b="0">
                  <a:solidFill>
                    <a:srgbClr val="9A9A9A"/>
                  </a:solidFill>
                  <a:latin typeface="Inter"/>
                </a:rPr>
                <a:t>Facultad de Ciencias Exactas y Naturales, Universidad de Buenos Aires</a:t>
              </a:r>
            </a:p>
          </p:txBody>
        </p:sp>
      </p:grpSp>
      <p:sp>
        <p:nvSpPr>
          <p:cNvPr id="53" name="chip"/>
          <p:cNvSpPr/>
          <p:nvPr/>
        </p:nvSpPr>
        <p:spPr>
          <a:xfrm>
            <a:off x="647998" y="4845546"/>
            <a:ext cx="352723" cy="352723"/>
          </a:xfrm>
          <a:prstGeom prst="rect">
            <a:avLst/>
          </a:prstGeom>
          <a:solidFill>
            <a:srgbClr val="00000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chip"/>
          <p:cNvSpPr txBox="1"/>
          <p:nvPr/>
        </p:nvSpPr>
        <p:spPr>
          <a:xfrm>
            <a:off x="647998" y="4845546"/>
            <a:ext cx="352723" cy="3527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1984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grpSp>
        <p:nvGrpSpPr>
          <p:cNvPr id="55" name="nota: introduccion"/>
          <p:cNvGrpSpPr/>
          <p:nvPr/>
        </p:nvGrpSpPr>
        <p:grpSpPr>
          <a:xfrm>
            <a:off x="1007864" y="5846266"/>
            <a:ext cx="7912745" cy="4125665"/>
            <a:chOff x="1007864" y="5846266"/>
            <a:chExt cx="7912745" cy="4125665"/>
          </a:xfrm>
        </p:grpSpPr>
        <p:sp>
          <p:nvSpPr>
            <p:cNvPr id="56" name="nbar"/>
            <p:cNvSpPr/>
            <p:nvPr/>
          </p:nvSpPr>
          <p:spPr>
            <a:xfrm>
              <a:off x="1007864" y="5867995"/>
              <a:ext cx="43160" cy="4103936"/>
            </a:xfrm>
            <a:prstGeom prst="rect">
              <a:avLst/>
            </a:prstGeom>
            <a:solidFill>
              <a:srgbClr val="6CB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7" name="ntitle"/>
            <p:cNvSpPr txBox="1"/>
            <p:nvPr/>
          </p:nvSpPr>
          <p:spPr>
            <a:xfrm>
              <a:off x="1187946" y="5846266"/>
              <a:ext cx="7732663" cy="30867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432"/>
                </a:lnSpc>
              </a:pPr>
              <a:r>
                <a:rPr sz="1870" b="0">
                  <a:solidFill>
                    <a:srgbClr val="6CB6FF"/>
                  </a:solidFill>
                  <a:latin typeface="IBM Plex Mono"/>
                </a:rPr>
                <a:t>// introducción</a:t>
              </a:r>
            </a:p>
          </p:txBody>
        </p:sp>
        <p:sp>
          <p:nvSpPr>
            <p:cNvPr id="58" name="nbody"/>
            <p:cNvSpPr txBox="1"/>
            <p:nvPr/>
          </p:nvSpPr>
          <p:spPr>
            <a:xfrm>
              <a:off x="1187946" y="6191994"/>
              <a:ext cx="7732663" cy="1826121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DCDCDC"/>
                  </a:solidFill>
                  <a:latin typeface="Inter"/>
                </a:rPr>
                <a:t>Al hacer girar un imán en el fondo de una palangana con agua se forma un vórtice: el fluido rota alrededor del eje y la superficie se hunde en el centro. Filmamos desde arriba un polvo trazador sobre la superficie y medimos el campo de velocidades con velocimetría por imágenes de partículas (PIV).</a:t>
              </a:r>
            </a:p>
          </p:txBody>
        </p:sp>
      </p:grpSp>
      <p:pic>
        <p:nvPicPr>
          <p:cNvPr id="59" name="nodo: MONTAJE" descr="nodo_MONTAJ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1234" y="5654427"/>
            <a:ext cx="4880074" cy="5034855"/>
          </a:xfrm>
          <a:prstGeom prst="rect">
            <a:avLst/>
          </a:prstGeom>
        </p:spPr>
      </p:pic>
      <p:pic>
        <p:nvPicPr>
          <p:cNvPr id="60" name="figura MONTAJE" descr="el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7937" y="5925592"/>
            <a:ext cx="4103936" cy="4103936"/>
          </a:xfrm>
          <a:prstGeom prst="rect">
            <a:avLst/>
          </a:prstGeom>
        </p:spPr>
      </p:pic>
      <p:sp>
        <p:nvSpPr>
          <p:cNvPr id="61" name="nombre MONTAJE"/>
          <p:cNvSpPr txBox="1"/>
          <p:nvPr/>
        </p:nvSpPr>
        <p:spPr>
          <a:xfrm>
            <a:off x="10216753" y="10238333"/>
            <a:ext cx="4201120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MONTAJE</a:t>
            </a:r>
          </a:p>
        </p:txBody>
      </p:sp>
      <p:pic>
        <p:nvPicPr>
          <p:cNvPr id="62" name="nodo: ORIGINAL" descr="nodo_ORIG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84500" y="5654427"/>
            <a:ext cx="4879925" cy="5034855"/>
          </a:xfrm>
          <a:prstGeom prst="rect">
            <a:avLst/>
          </a:prstGeom>
        </p:spPr>
      </p:pic>
      <p:pic>
        <p:nvPicPr>
          <p:cNvPr id="63" name="figura ORIGINAL" descr="OG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39170" y="5853559"/>
            <a:ext cx="4247852" cy="4247852"/>
          </a:xfrm>
          <a:prstGeom prst="rect">
            <a:avLst/>
          </a:prstGeom>
        </p:spPr>
      </p:pic>
      <p:sp>
        <p:nvSpPr>
          <p:cNvPr id="64" name="nombre ORIGINAL"/>
          <p:cNvSpPr txBox="1"/>
          <p:nvPr/>
        </p:nvSpPr>
        <p:spPr>
          <a:xfrm>
            <a:off x="15389870" y="10238333"/>
            <a:ext cx="4201120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ORIGINAL</a:t>
            </a:r>
          </a:p>
        </p:txBody>
      </p:sp>
      <p:grpSp>
        <p:nvGrpSpPr>
          <p:cNvPr id="65" name="nota: objetivos"/>
          <p:cNvGrpSpPr/>
          <p:nvPr/>
        </p:nvGrpSpPr>
        <p:grpSpPr>
          <a:xfrm>
            <a:off x="21355199" y="5846266"/>
            <a:ext cx="8056662" cy="4125665"/>
            <a:chOff x="21355199" y="5846266"/>
            <a:chExt cx="8056662" cy="4125665"/>
          </a:xfrm>
        </p:grpSpPr>
        <p:sp>
          <p:nvSpPr>
            <p:cNvPr id="66" name="nbar"/>
            <p:cNvSpPr/>
            <p:nvPr/>
          </p:nvSpPr>
          <p:spPr>
            <a:xfrm>
              <a:off x="21355199" y="5867995"/>
              <a:ext cx="43160" cy="4103936"/>
            </a:xfrm>
            <a:prstGeom prst="rect">
              <a:avLst/>
            </a:prstGeom>
            <a:solidFill>
              <a:srgbClr val="6CB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7" name="ntitle"/>
            <p:cNvSpPr txBox="1"/>
            <p:nvPr/>
          </p:nvSpPr>
          <p:spPr>
            <a:xfrm>
              <a:off x="21535132" y="5846266"/>
              <a:ext cx="7876729" cy="30867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432"/>
                </a:lnSpc>
              </a:pPr>
              <a:r>
                <a:rPr sz="1870" b="0">
                  <a:solidFill>
                    <a:srgbClr val="6CB6FF"/>
                  </a:solidFill>
                  <a:latin typeface="IBM Plex Mono"/>
                </a:rPr>
                <a:t>// objetivos</a:t>
              </a:r>
            </a:p>
          </p:txBody>
        </p:sp>
        <p:sp>
          <p:nvSpPr>
            <p:cNvPr id="68" name="nbody"/>
            <p:cNvSpPr txBox="1"/>
            <p:nvPr/>
          </p:nvSpPr>
          <p:spPr>
            <a:xfrm>
              <a:off x="21535132" y="6191994"/>
              <a:ext cx="7876729" cy="1573113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DCDCDC"/>
                  </a:solidFill>
                  <a:latin typeface="Inter"/>
                </a:rPr>
                <a:t>• Medir el campo de velocidad en la superficie y el perfil v</a:t>
              </a:r>
              <a:r>
                <a:rPr sz="1992" b="0" baseline="-25000">
                  <a:solidFill>
                    <a:srgbClr val="DCDCDC"/>
                  </a:solidFill>
                  <a:latin typeface="Inter"/>
                </a:rPr>
                <a:t>θ</a:t>
              </a:r>
              <a:r>
                <a:rPr sz="1984" b="0">
                  <a:solidFill>
                    <a:srgbClr val="DCDCDC"/>
                  </a:solidFill>
                  <a:latin typeface="Inter"/>
                </a:rPr>
                <a:t>(r).</a:t>
              </a:r>
            </a:p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DCDCDC"/>
                  </a:solidFill>
                  <a:latin typeface="Inter"/>
                </a:rPr>
                <a:t>• Comparar el perfil con los modelos de Rankine y de Burgers.</a:t>
              </a:r>
            </a:p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DCDCDC"/>
                  </a:solidFill>
                  <a:latin typeface="Inter"/>
                </a:rPr>
                <a:t>• Estudiar el encendido: cómo crece v</a:t>
              </a:r>
              <a:r>
                <a:rPr sz="1992" b="0" baseline="-25000">
                  <a:solidFill>
                    <a:srgbClr val="DCDCDC"/>
                  </a:solidFill>
                  <a:latin typeface="Inter"/>
                </a:rPr>
                <a:t>max</a:t>
              </a:r>
              <a:r>
                <a:rPr sz="1984" b="0">
                  <a:solidFill>
                    <a:srgbClr val="DCDCDC"/>
                  </a:solidFill>
                  <a:latin typeface="Inter"/>
                </a:rPr>
                <a:t>(t) al prender el agitador y cómo depende de la altura del agua H.</a:t>
              </a:r>
            </a:p>
          </p:txBody>
        </p:sp>
      </p:grpSp>
      <p:sp>
        <p:nvSpPr>
          <p:cNvPr id="69" name="chip"/>
          <p:cNvSpPr/>
          <p:nvPr/>
        </p:nvSpPr>
        <p:spPr>
          <a:xfrm>
            <a:off x="647998" y="11555909"/>
            <a:ext cx="352723" cy="352723"/>
          </a:xfrm>
          <a:prstGeom prst="rect">
            <a:avLst/>
          </a:prstGeom>
          <a:solidFill>
            <a:srgbClr val="00000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chip"/>
          <p:cNvSpPr txBox="1"/>
          <p:nvPr/>
        </p:nvSpPr>
        <p:spPr>
          <a:xfrm>
            <a:off x="647998" y="11555909"/>
            <a:ext cx="352723" cy="3527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1984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pic>
        <p:nvPicPr>
          <p:cNvPr id="71" name="nodo: PARTICULA" descr="nodo_PARTICUL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428" y="12364938"/>
            <a:ext cx="4592092" cy="4746724"/>
          </a:xfrm>
          <a:prstGeom prst="rect">
            <a:avLst/>
          </a:prstGeom>
        </p:spPr>
      </p:pic>
      <p:pic>
        <p:nvPicPr>
          <p:cNvPr id="72" name="figura PARTICULA" descr="particul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3098" y="12563921"/>
            <a:ext cx="3959870" cy="3959870"/>
          </a:xfrm>
          <a:prstGeom prst="rect">
            <a:avLst/>
          </a:prstGeom>
        </p:spPr>
      </p:pic>
      <p:sp>
        <p:nvSpPr>
          <p:cNvPr id="73" name="nombre PARTICULA"/>
          <p:cNvSpPr txBox="1"/>
          <p:nvPr/>
        </p:nvSpPr>
        <p:spPr>
          <a:xfrm>
            <a:off x="863947" y="16660713"/>
            <a:ext cx="3913138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PARTICULA</a:t>
            </a:r>
          </a:p>
        </p:txBody>
      </p:sp>
      <p:pic>
        <p:nvPicPr>
          <p:cNvPr id="74" name="nodo: PROYECCION" descr="nodo_PROYECC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9676" y="12364938"/>
            <a:ext cx="4591943" cy="4746724"/>
          </a:xfrm>
          <a:prstGeom prst="rect">
            <a:avLst/>
          </a:prstGeom>
        </p:spPr>
      </p:pic>
      <p:pic>
        <p:nvPicPr>
          <p:cNvPr id="75" name="figura PROYECCION" descr="proyeccion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74346" y="12563921"/>
            <a:ext cx="3959870" cy="3959870"/>
          </a:xfrm>
          <a:prstGeom prst="rect">
            <a:avLst/>
          </a:prstGeom>
        </p:spPr>
      </p:pic>
      <p:sp>
        <p:nvSpPr>
          <p:cNvPr id="76" name="nombre PROYECCION"/>
          <p:cNvSpPr txBox="1"/>
          <p:nvPr/>
        </p:nvSpPr>
        <p:spPr>
          <a:xfrm>
            <a:off x="6325195" y="16660713"/>
            <a:ext cx="3913138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PROYECCION</a:t>
            </a:r>
          </a:p>
        </p:txBody>
      </p:sp>
      <p:pic>
        <p:nvPicPr>
          <p:cNvPr id="77" name="nodo: CLAHE" descr="nodo_CLAH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20909" y="12364938"/>
            <a:ext cx="4591943" cy="4746724"/>
          </a:xfrm>
          <a:prstGeom prst="rect">
            <a:avLst/>
          </a:prstGeom>
        </p:spPr>
      </p:pic>
      <p:pic>
        <p:nvPicPr>
          <p:cNvPr id="78" name="figura CLAHE" descr="CLAH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775579" y="12563921"/>
            <a:ext cx="3959870" cy="3959870"/>
          </a:xfrm>
          <a:prstGeom prst="rect">
            <a:avLst/>
          </a:prstGeom>
        </p:spPr>
      </p:pic>
      <p:sp>
        <p:nvSpPr>
          <p:cNvPr id="79" name="nombre CLAHE"/>
          <p:cNvSpPr txBox="1"/>
          <p:nvPr/>
        </p:nvSpPr>
        <p:spPr>
          <a:xfrm>
            <a:off x="11426279" y="16660713"/>
            <a:ext cx="3913138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CLAHE</a:t>
            </a:r>
          </a:p>
        </p:txBody>
      </p:sp>
      <p:pic>
        <p:nvPicPr>
          <p:cNvPr id="80" name="nodo: FFT_WINDOW_PASS" descr="nodo_FFT_WINDOW_PA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422142" y="12364938"/>
            <a:ext cx="4591943" cy="4746724"/>
          </a:xfrm>
          <a:prstGeom prst="rect">
            <a:avLst/>
          </a:prstGeom>
        </p:spPr>
      </p:pic>
      <p:pic>
        <p:nvPicPr>
          <p:cNvPr id="81" name="figura FFT_WINDOW_PASS" descr="grilla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876663" y="12563921"/>
            <a:ext cx="3959870" cy="3959870"/>
          </a:xfrm>
          <a:prstGeom prst="rect">
            <a:avLst/>
          </a:prstGeom>
        </p:spPr>
      </p:pic>
      <p:sp>
        <p:nvSpPr>
          <p:cNvPr id="82" name="nombre FFT_WINDOW_PASS"/>
          <p:cNvSpPr txBox="1"/>
          <p:nvPr/>
        </p:nvSpPr>
        <p:spPr>
          <a:xfrm>
            <a:off x="16527512" y="16660713"/>
            <a:ext cx="3913138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FFT_WINDOW_PASS</a:t>
            </a:r>
          </a:p>
        </p:txBody>
      </p:sp>
      <p:grpSp>
        <p:nvGrpSpPr>
          <p:cNvPr id="83" name="nota: metodo"/>
          <p:cNvGrpSpPr/>
          <p:nvPr/>
        </p:nvGrpSpPr>
        <p:grpSpPr>
          <a:xfrm>
            <a:off x="22132677" y="12556778"/>
            <a:ext cx="7279184" cy="4391918"/>
            <a:chOff x="22132677" y="12556778"/>
            <a:chExt cx="7279184" cy="4391918"/>
          </a:xfrm>
        </p:grpSpPr>
        <p:sp>
          <p:nvSpPr>
            <p:cNvPr id="84" name="nbar"/>
            <p:cNvSpPr/>
            <p:nvPr/>
          </p:nvSpPr>
          <p:spPr>
            <a:xfrm>
              <a:off x="22132677" y="12578358"/>
              <a:ext cx="43160" cy="4370338"/>
            </a:xfrm>
            <a:prstGeom prst="rect">
              <a:avLst/>
            </a:prstGeom>
            <a:solidFill>
              <a:srgbClr val="6CB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5" name="ntitle"/>
            <p:cNvSpPr txBox="1"/>
            <p:nvPr/>
          </p:nvSpPr>
          <p:spPr>
            <a:xfrm>
              <a:off x="22312759" y="12556778"/>
              <a:ext cx="7099102" cy="30867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432"/>
                </a:lnSpc>
              </a:pPr>
              <a:r>
                <a:rPr sz="1870" b="0">
                  <a:solidFill>
                    <a:srgbClr val="6CB6FF"/>
                  </a:solidFill>
                  <a:latin typeface="IBM Plex Mono"/>
                </a:rPr>
                <a:t>// método</a:t>
              </a:r>
            </a:p>
          </p:txBody>
        </p:sp>
        <p:sp>
          <p:nvSpPr>
            <p:cNvPr id="86" name="nbody"/>
            <p:cNvSpPr txBox="1"/>
            <p:nvPr/>
          </p:nvSpPr>
          <p:spPr>
            <a:xfrm>
              <a:off x="22312759" y="12902357"/>
              <a:ext cx="7099102" cy="2484686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2794"/>
                </a:lnSpc>
              </a:pPr>
              <a:r>
                <a:rPr sz="1927" b="0">
                  <a:solidFill>
                    <a:srgbClr val="E38B2C"/>
                  </a:solidFill>
                  <a:latin typeface="IBM Plex Mono"/>
                </a:rPr>
                <a:t>PROYECCION</a:t>
              </a:r>
              <a:r>
                <a:rPr sz="1927" b="0">
                  <a:solidFill>
                    <a:srgbClr val="DCDCDC"/>
                  </a:solidFill>
                  <a:latin typeface="Inter"/>
                </a:rPr>
                <a:t> separa fondo, trazador y partícula por color. </a:t>
              </a:r>
              <a:r>
                <a:rPr sz="1927" b="0">
                  <a:solidFill>
                    <a:srgbClr val="E38B2C"/>
                  </a:solidFill>
                  <a:latin typeface="IBM Plex Mono"/>
                </a:rPr>
                <a:t>CLAHE</a:t>
              </a:r>
              <a:r>
                <a:rPr sz="1927" b="0">
                  <a:solidFill>
                    <a:srgbClr val="DCDCDC"/>
                  </a:solidFill>
                  <a:latin typeface="Inter"/>
                </a:rPr>
                <a:t> iguala el contraste en zonas de 59 px. </a:t>
              </a:r>
              <a:r>
                <a:rPr sz="1927" b="0">
                  <a:solidFill>
                    <a:srgbClr val="E38B2C"/>
                  </a:solidFill>
                  <a:latin typeface="IBM Plex Mono"/>
                </a:rPr>
                <a:t>FFT_WINDOW_PASS</a:t>
              </a:r>
              <a:r>
                <a:rPr sz="1927" b="0">
                  <a:solidFill>
                    <a:srgbClr val="DCDCDC"/>
                  </a:solidFill>
                  <a:latin typeface="Inter"/>
                </a:rPr>
                <a:t> correlación cruzada por FFT en tres pasadas (ventanas de 128, 64 y 32 px, 50 % de solapamiento); cada una deforma las imágenes con el campo de la anterior. </a:t>
              </a:r>
              <a:r>
                <a:rPr sz="1927" b="0">
                  <a:solidFill>
                    <a:srgbClr val="E38B2C"/>
                  </a:solidFill>
                  <a:latin typeface="IBM Plex Mono"/>
                </a:rPr>
                <a:t>PARTICULA</a:t>
              </a:r>
              <a:r>
                <a:rPr sz="1927" b="0">
                  <a:solidFill>
                    <a:srgbClr val="DCDCDC"/>
                  </a:solidFill>
                  <a:latin typeface="Inter"/>
                </a:rPr>
                <a:t> ubica la partícula y marca el centro del vórtice.</a:t>
              </a:r>
            </a:p>
          </p:txBody>
        </p:sp>
      </p:grpSp>
      <p:sp>
        <p:nvSpPr>
          <p:cNvPr id="87" name="chip"/>
          <p:cNvSpPr/>
          <p:nvPr/>
        </p:nvSpPr>
        <p:spPr>
          <a:xfrm>
            <a:off x="647998" y="17978289"/>
            <a:ext cx="352723" cy="352723"/>
          </a:xfrm>
          <a:prstGeom prst="rect">
            <a:avLst/>
          </a:prstGeom>
          <a:solidFill>
            <a:srgbClr val="00000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chip"/>
          <p:cNvSpPr txBox="1"/>
          <p:nvPr/>
        </p:nvSpPr>
        <p:spPr>
          <a:xfrm>
            <a:off x="647998" y="17978289"/>
            <a:ext cx="352723" cy="3527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1984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pic>
        <p:nvPicPr>
          <p:cNvPr id="89" name="nodo: VELOCIDAD_MEDIA" descr="nodo_VELOCIDAD_MEDI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428" y="19604534"/>
            <a:ext cx="11777662" cy="10074771"/>
          </a:xfrm>
          <a:prstGeom prst="rect">
            <a:avLst/>
          </a:prstGeom>
        </p:spPr>
      </p:pic>
      <p:pic>
        <p:nvPicPr>
          <p:cNvPr id="90" name="figura VELOCIDAD_MEDIA" descr="velocidad_medi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56362" y="19839533"/>
            <a:ext cx="11059061" cy="9215884"/>
          </a:xfrm>
          <a:prstGeom prst="rect">
            <a:avLst/>
          </a:prstGeom>
        </p:spPr>
      </p:pic>
      <p:sp>
        <p:nvSpPr>
          <p:cNvPr id="91" name="nombre VELOCIDAD_MEDIA"/>
          <p:cNvSpPr txBox="1"/>
          <p:nvPr/>
        </p:nvSpPr>
        <p:spPr>
          <a:xfrm>
            <a:off x="863947" y="29228355"/>
            <a:ext cx="11098709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VELOCIDAD_MEDIA</a:t>
            </a:r>
          </a:p>
        </p:txBody>
      </p:sp>
      <p:pic>
        <p:nvPicPr>
          <p:cNvPr id="92" name="nodo: PERFIL_PALANGANA" descr="nodo_PERFIL_PALANGAN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549312" y="18787318"/>
            <a:ext cx="8438852" cy="5754737"/>
          </a:xfrm>
          <a:prstGeom prst="rect">
            <a:avLst/>
          </a:prstGeom>
        </p:spPr>
      </p:pic>
      <p:pic>
        <p:nvPicPr>
          <p:cNvPr id="93" name="figura PERFIL_PALANGANA" descr="ajuste_perfil_palangan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060516" y="19022318"/>
            <a:ext cx="7693712" cy="4895999"/>
          </a:xfrm>
          <a:prstGeom prst="rect">
            <a:avLst/>
          </a:prstGeom>
        </p:spPr>
      </p:pic>
      <p:sp>
        <p:nvSpPr>
          <p:cNvPr id="94" name="nombre PERFIL_PALANGANA"/>
          <p:cNvSpPr txBox="1"/>
          <p:nvPr/>
        </p:nvSpPr>
        <p:spPr>
          <a:xfrm>
            <a:off x="13654683" y="24091106"/>
            <a:ext cx="7760047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PERFIL_PALANGANA</a:t>
            </a:r>
          </a:p>
        </p:txBody>
      </p:sp>
      <p:pic>
        <p:nvPicPr>
          <p:cNvPr id="95" name="nodo: PERFIL_TARRO" descr="nodo_PERFIL_TARRO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549312" y="24741634"/>
            <a:ext cx="8438852" cy="5754886"/>
          </a:xfrm>
          <a:prstGeom prst="rect">
            <a:avLst/>
          </a:prstGeom>
        </p:spPr>
      </p:pic>
      <p:pic>
        <p:nvPicPr>
          <p:cNvPr id="96" name="figura PERFIL_TARRO" descr="ajuste_perfil_tarro_grand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060516" y="24976782"/>
            <a:ext cx="7693712" cy="4895999"/>
          </a:xfrm>
          <a:prstGeom prst="rect">
            <a:avLst/>
          </a:prstGeom>
        </p:spPr>
      </p:pic>
      <p:sp>
        <p:nvSpPr>
          <p:cNvPr id="97" name="nombre PERFIL_TARRO"/>
          <p:cNvSpPr txBox="1"/>
          <p:nvPr/>
        </p:nvSpPr>
        <p:spPr>
          <a:xfrm>
            <a:off x="13654683" y="30045571"/>
            <a:ext cx="7760047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PERFIL_TARRO</a:t>
            </a:r>
          </a:p>
        </p:txBody>
      </p:sp>
      <p:grpSp>
        <p:nvGrpSpPr>
          <p:cNvPr id="98" name="nota: modelos"/>
          <p:cNvGrpSpPr/>
          <p:nvPr/>
        </p:nvGrpSpPr>
        <p:grpSpPr>
          <a:xfrm>
            <a:off x="23178790" y="18979158"/>
            <a:ext cx="6233071" cy="11426279"/>
            <a:chOff x="23178790" y="18979158"/>
            <a:chExt cx="6233071" cy="11426279"/>
          </a:xfrm>
        </p:grpSpPr>
        <p:sp>
          <p:nvSpPr>
            <p:cNvPr id="99" name="nbar"/>
            <p:cNvSpPr/>
            <p:nvPr/>
          </p:nvSpPr>
          <p:spPr>
            <a:xfrm>
              <a:off x="23178790" y="19000738"/>
              <a:ext cx="43160" cy="11404699"/>
            </a:xfrm>
            <a:prstGeom prst="rect">
              <a:avLst/>
            </a:prstGeom>
            <a:solidFill>
              <a:srgbClr val="6CB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0" name="ntitle"/>
            <p:cNvSpPr txBox="1"/>
            <p:nvPr/>
          </p:nvSpPr>
          <p:spPr>
            <a:xfrm>
              <a:off x="23358723" y="18979158"/>
              <a:ext cx="6053138" cy="30867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432"/>
                </a:lnSpc>
              </a:pPr>
              <a:r>
                <a:rPr sz="1870" b="0">
                  <a:solidFill>
                    <a:srgbClr val="6CB6FF"/>
                  </a:solidFill>
                  <a:latin typeface="IBM Plex Mono"/>
                </a:rPr>
                <a:t>// modelos</a:t>
              </a:r>
            </a:p>
          </p:txBody>
        </p:sp>
        <p:sp>
          <p:nvSpPr>
            <p:cNvPr id="101" name="nbody"/>
            <p:cNvSpPr txBox="1"/>
            <p:nvPr/>
          </p:nvSpPr>
          <p:spPr>
            <a:xfrm>
              <a:off x="23358723" y="19324737"/>
              <a:ext cx="6053138" cy="2921794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2877"/>
                </a:lnSpc>
              </a:pPr>
              <a:r>
                <a:rPr sz="1984" b="1">
                  <a:solidFill>
                    <a:srgbClr val="FFFFFF"/>
                  </a:solidFill>
                  <a:latin typeface="Inter"/>
                </a:rPr>
                <a:t>Rankine</a:t>
              </a:r>
            </a:p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7FB8EE"/>
                  </a:solidFill>
                  <a:latin typeface="IBM Plex Mono"/>
                </a:rPr>
                <a:t>(ecuación)</a:t>
              </a:r>
            </a:p>
            <a:p>
              <a:pPr algn="l">
                <a:lnSpc>
                  <a:spcPts val="2877"/>
                </a:lnSpc>
              </a:pPr>
            </a:p>
            <a:p>
              <a:pPr algn="l">
                <a:lnSpc>
                  <a:spcPts val="2877"/>
                </a:lnSpc>
              </a:pPr>
              <a:r>
                <a:rPr sz="1984" b="1">
                  <a:solidFill>
                    <a:srgbClr val="FFFFFF"/>
                  </a:solidFill>
                  <a:latin typeface="Inter"/>
                </a:rPr>
                <a:t>Burgers</a:t>
              </a:r>
            </a:p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7FB8EE"/>
                  </a:solidFill>
                  <a:latin typeface="IBM Plex Mono"/>
                </a:rPr>
                <a:t>(ecuación)</a:t>
              </a:r>
            </a:p>
            <a:p>
              <a:pPr algn="l">
                <a:lnSpc>
                  <a:spcPts val="2877"/>
                </a:lnSpc>
              </a:pPr>
            </a:p>
            <a:p>
              <a:pPr algn="l">
                <a:lnSpc>
                  <a:spcPts val="2877"/>
                </a:lnSpc>
              </a:pPr>
              <a:r>
                <a:rPr sz="1984" b="0">
                  <a:solidFill>
                    <a:srgbClr val="7FB8EE"/>
                  </a:solidFill>
                  <a:latin typeface="IBM Plex Mono"/>
                </a:rPr>
                <a:t>(parámetros ajustados para cada recipiente)</a:t>
              </a:r>
            </a:p>
          </p:txBody>
        </p:sp>
      </p:grpSp>
      <p:sp>
        <p:nvSpPr>
          <p:cNvPr id="102" name="chip"/>
          <p:cNvSpPr/>
          <p:nvPr/>
        </p:nvSpPr>
        <p:spPr>
          <a:xfrm>
            <a:off x="647998" y="31363146"/>
            <a:ext cx="352723" cy="352723"/>
          </a:xfrm>
          <a:prstGeom prst="rect">
            <a:avLst/>
          </a:prstGeom>
          <a:solidFill>
            <a:srgbClr val="00000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chip"/>
          <p:cNvSpPr txBox="1"/>
          <p:nvPr/>
        </p:nvSpPr>
        <p:spPr>
          <a:xfrm>
            <a:off x="647998" y="31363146"/>
            <a:ext cx="352723" cy="3527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1984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pic>
        <p:nvPicPr>
          <p:cNvPr id="104" name="nodo: QUIMOGRAMA" descr="nodo_QUIMOGRAM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8428" y="32172027"/>
            <a:ext cx="11463635" cy="5299918"/>
          </a:xfrm>
          <a:prstGeom prst="rect">
            <a:avLst/>
          </a:prstGeom>
        </p:spPr>
      </p:pic>
      <p:pic>
        <p:nvPicPr>
          <p:cNvPr id="105" name="figura QUIMOGRAMA" descr="quimogram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99567" y="32407175"/>
            <a:ext cx="10658475" cy="4441031"/>
          </a:xfrm>
          <a:prstGeom prst="rect">
            <a:avLst/>
          </a:prstGeom>
        </p:spPr>
      </p:pic>
      <p:sp>
        <p:nvSpPr>
          <p:cNvPr id="106" name="nombre QUIMOGRAMA"/>
          <p:cNvSpPr txBox="1"/>
          <p:nvPr/>
        </p:nvSpPr>
        <p:spPr>
          <a:xfrm>
            <a:off x="863947" y="37020996"/>
            <a:ext cx="10784681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QUIMOGRAMA</a:t>
            </a:r>
          </a:p>
        </p:txBody>
      </p:sp>
      <p:pic>
        <p:nvPicPr>
          <p:cNvPr id="107" name="nodo: AJUSTE_LINEAL" descr="nodo_AJUSTE_LINEAL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2947154" y="32172027"/>
            <a:ext cx="8963918" cy="5299918"/>
          </a:xfrm>
          <a:prstGeom prst="rect">
            <a:avLst/>
          </a:prstGeom>
        </p:spPr>
      </p:pic>
      <p:pic>
        <p:nvPicPr>
          <p:cNvPr id="108" name="figura AJUSTE_LINEAL" descr="ajuste_subida_vmax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468333" y="32407175"/>
            <a:ext cx="8198827" cy="4441031"/>
          </a:xfrm>
          <a:prstGeom prst="rect">
            <a:avLst/>
          </a:prstGeom>
        </p:spPr>
      </p:pic>
      <p:sp>
        <p:nvSpPr>
          <p:cNvPr id="109" name="nombre AJUSTE_LINEAL"/>
          <p:cNvSpPr txBox="1"/>
          <p:nvPr/>
        </p:nvSpPr>
        <p:spPr>
          <a:xfrm>
            <a:off x="13052673" y="37020996"/>
            <a:ext cx="8285113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AJUSTE_LINEAL</a:t>
            </a:r>
          </a:p>
        </p:txBody>
      </p:sp>
      <p:pic>
        <p:nvPicPr>
          <p:cNvPr id="110" name="nodo: PENDIENTES" descr="nodo_PENDIENTE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2636311" y="32172027"/>
            <a:ext cx="6880920" cy="5299918"/>
          </a:xfrm>
          <a:prstGeom prst="rect">
            <a:avLst/>
          </a:prstGeom>
        </p:spPr>
      </p:pic>
      <p:pic>
        <p:nvPicPr>
          <p:cNvPr id="111" name="figura PENDIENTES" descr="pendiente_vmax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140844" y="32407175"/>
            <a:ext cx="6149120" cy="4441031"/>
          </a:xfrm>
          <a:prstGeom prst="rect">
            <a:avLst/>
          </a:prstGeom>
        </p:spPr>
      </p:pic>
      <p:sp>
        <p:nvSpPr>
          <p:cNvPr id="112" name="nombre PENDIENTES"/>
          <p:cNvSpPr txBox="1"/>
          <p:nvPr/>
        </p:nvSpPr>
        <p:spPr>
          <a:xfrm>
            <a:off x="22741830" y="37020996"/>
            <a:ext cx="6202114" cy="431899"/>
          </a:xfrm>
          <a:prstGeom prst="rect">
            <a:avLst/>
          </a:prstGeom>
          <a:noFill/>
        </p:spPr>
        <p:txBody>
          <a:bodyPr wrap="none" lIns="86400" rIns="0" tIns="0" bIns="0" anchor="ctr"/>
          <a:lstStyle/>
          <a:p>
            <a:pPr algn="l">
              <a:lnSpc>
                <a:spcPct val="100000"/>
              </a:lnSpc>
            </a:pPr>
            <a:r>
              <a:rPr sz="2211" b="0">
                <a:solidFill>
                  <a:srgbClr val="D6D6D6"/>
                </a:solidFill>
                <a:latin typeface="IBM Plex Mono"/>
              </a:rPr>
              <a:t>PENDIENTES</a:t>
            </a:r>
          </a:p>
        </p:txBody>
      </p:sp>
      <p:sp>
        <p:nvSpPr>
          <p:cNvPr id="113" name="chip"/>
          <p:cNvSpPr/>
          <p:nvPr/>
        </p:nvSpPr>
        <p:spPr>
          <a:xfrm>
            <a:off x="647998" y="38338720"/>
            <a:ext cx="352723" cy="352723"/>
          </a:xfrm>
          <a:prstGeom prst="rect">
            <a:avLst/>
          </a:prstGeom>
          <a:solidFill>
            <a:srgbClr val="00000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chip"/>
          <p:cNvSpPr txBox="1"/>
          <p:nvPr/>
        </p:nvSpPr>
        <p:spPr>
          <a:xfrm>
            <a:off x="647998" y="38338720"/>
            <a:ext cx="352723" cy="3527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1984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grpSp>
        <p:nvGrpSpPr>
          <p:cNvPr id="115" name="nota: conclusiones"/>
          <p:cNvGrpSpPr/>
          <p:nvPr/>
        </p:nvGrpSpPr>
        <p:grpSpPr>
          <a:xfrm>
            <a:off x="1007864" y="39267408"/>
            <a:ext cx="28403996" cy="2636341"/>
            <a:chOff x="1007864" y="39267408"/>
            <a:chExt cx="28403996" cy="2636341"/>
          </a:xfrm>
        </p:grpSpPr>
        <p:sp>
          <p:nvSpPr>
            <p:cNvPr id="116" name="nbar"/>
            <p:cNvSpPr/>
            <p:nvPr/>
          </p:nvSpPr>
          <p:spPr>
            <a:xfrm>
              <a:off x="1007864" y="39288988"/>
              <a:ext cx="43160" cy="2614761"/>
            </a:xfrm>
            <a:prstGeom prst="rect">
              <a:avLst/>
            </a:prstGeom>
            <a:solidFill>
              <a:srgbClr val="F0A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17" name="ntitle"/>
            <p:cNvSpPr txBox="1"/>
            <p:nvPr/>
          </p:nvSpPr>
          <p:spPr>
            <a:xfrm>
              <a:off x="1187946" y="39267408"/>
              <a:ext cx="28223914" cy="30867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ts val="2432"/>
                </a:lnSpc>
              </a:pPr>
              <a:r>
                <a:rPr sz="1870" b="0">
                  <a:solidFill>
                    <a:srgbClr val="F0A050"/>
                  </a:solidFill>
                  <a:latin typeface="IBM Plex Mono"/>
                </a:rPr>
                <a:t>// conclusiones</a:t>
              </a:r>
            </a:p>
          </p:txBody>
        </p:sp>
        <p:sp>
          <p:nvSpPr>
            <p:cNvPr id="118" name="nbody"/>
            <p:cNvSpPr txBox="1"/>
            <p:nvPr/>
          </p:nvSpPr>
          <p:spPr>
            <a:xfrm>
              <a:off x="1187946" y="39612987"/>
              <a:ext cx="28223914" cy="396627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ts val="3123"/>
                </a:lnSpc>
              </a:pPr>
              <a:r>
                <a:rPr sz="2154" b="0">
                  <a:solidFill>
                    <a:srgbClr val="7FB8EE"/>
                  </a:solidFill>
                  <a:latin typeface="IBM Plex Mono"/>
                </a:rPr>
                <a:t>(conclusiones generales: análisis de imagen, modelo del perfil y dinámica de encendido)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