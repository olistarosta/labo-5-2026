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jpg"/><Relationship Id="rId9" Type="http://schemas.openxmlformats.org/officeDocument/2006/relationships/image" Target="../media/image8.png"/><Relationship Id="rId10" Type="http://schemas.openxmlformats.org/officeDocument/2006/relationships/image" Target="../media/image9.jpg"/><Relationship Id="rId11" Type="http://schemas.openxmlformats.org/officeDocument/2006/relationships/image" Target="../media/image10.png"/><Relationship Id="rId12" Type="http://schemas.openxmlformats.org/officeDocument/2006/relationships/image" Target="../media/image11.jpg"/><Relationship Id="rId13" Type="http://schemas.openxmlformats.org/officeDocument/2006/relationships/image" Target="../media/image12.png"/><Relationship Id="rId14" Type="http://schemas.openxmlformats.org/officeDocument/2006/relationships/image" Target="../media/image13.jpg"/><Relationship Id="rId15" Type="http://schemas.openxmlformats.org/officeDocument/2006/relationships/image" Target="../media/image14.png"/><Relationship Id="rId16" Type="http://schemas.openxmlformats.org/officeDocument/2006/relationships/image" Target="../media/image15.jpg"/><Relationship Id="rId17" Type="http://schemas.openxmlformats.org/officeDocument/2006/relationships/image" Target="../media/image16.png"/><Relationship Id="rId18" Type="http://schemas.openxmlformats.org/officeDocument/2006/relationships/image" Target="../media/image17.jp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jp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ndo_grilla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275957" cy="42803862"/>
          </a:xfrm>
          <a:prstGeom prst="rect">
            <a:avLst/>
          </a:prstGeom>
        </p:spPr>
      </p:pic>
      <p:grpSp>
        <p:nvGrpSpPr>
          <p:cNvPr id="3" name="bloque: /project1/poster"/>
          <p:cNvGrpSpPr/>
          <p:nvPr/>
        </p:nvGrpSpPr>
        <p:grpSpPr>
          <a:xfrm>
            <a:off x="503932" y="503932"/>
            <a:ext cx="29267944" cy="4607868"/>
            <a:chOff x="503932" y="503932"/>
            <a:chExt cx="29267944" cy="4607868"/>
          </a:xfrm>
        </p:grpSpPr>
        <p:sp>
          <p:nvSpPr>
            <p:cNvPr id="4" name="box"/>
            <p:cNvSpPr/>
            <p:nvPr/>
          </p:nvSpPr>
          <p:spPr>
            <a:xfrm>
              <a:off x="503932" y="503932"/>
              <a:ext cx="29267944" cy="4607868"/>
            </a:xfrm>
            <a:prstGeom prst="rect">
              <a:avLst/>
            </a:prstGeom>
            <a:solidFill>
              <a:srgbClr val="262626">
                <a:alpha val="92000"/>
              </a:srgbClr>
            </a:solidFill>
            <a:ln w="9525">
              <a:solidFill>
                <a:srgbClr val="3C3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" name="boxhead"/>
            <p:cNvSpPr/>
            <p:nvPr/>
          </p:nvSpPr>
          <p:spPr>
            <a:xfrm>
              <a:off x="503932" y="503932"/>
              <a:ext cx="29267944" cy="467916"/>
            </a:xfrm>
            <a:prstGeom prst="rect">
              <a:avLst/>
            </a:prstGeom>
            <a:solidFill>
              <a:srgbClr val="4747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" name="boxhead"/>
            <p:cNvSpPr txBox="1"/>
            <p:nvPr/>
          </p:nvSpPr>
          <p:spPr>
            <a:xfrm>
              <a:off x="503932" y="503932"/>
              <a:ext cx="29267944" cy="467916"/>
            </a:xfrm>
            <a:prstGeom prst="rect">
              <a:avLst/>
            </a:prstGeom>
            <a:noFill/>
          </p:spPr>
          <p:txBody>
            <a:bodyPr wrap="square" lIns="180000" rIns="0" tIns="0" bIns="0" anchor="ctr"/>
            <a:lstStyle/>
            <a:p>
              <a:pPr algn="l">
                <a:lnSpc>
                  <a:spcPct val="100000"/>
                </a:lnSpc>
              </a:pPr>
              <a:r>
                <a:rPr sz="2551" b="1">
                  <a:solidFill>
                    <a:srgbClr val="ECECEC"/>
                  </a:solidFill>
                  <a:latin typeface="Inter"/>
                </a:rPr>
                <a:t>/project1/poster</a:t>
              </a:r>
            </a:p>
          </p:txBody>
        </p:sp>
      </p:grpSp>
      <p:grpSp>
        <p:nvGrpSpPr>
          <p:cNvPr id="7" name="bloque: 1 · Análisis de imagen — PIV"/>
          <p:cNvGrpSpPr/>
          <p:nvPr/>
        </p:nvGrpSpPr>
        <p:grpSpPr>
          <a:xfrm>
            <a:off x="503932" y="5435947"/>
            <a:ext cx="29267944" cy="16912679"/>
            <a:chOff x="503932" y="5435947"/>
            <a:chExt cx="29267944" cy="16912679"/>
          </a:xfrm>
        </p:grpSpPr>
        <p:sp>
          <p:nvSpPr>
            <p:cNvPr id="8" name="box"/>
            <p:cNvSpPr/>
            <p:nvPr/>
          </p:nvSpPr>
          <p:spPr>
            <a:xfrm>
              <a:off x="503932" y="5435947"/>
              <a:ext cx="29267944" cy="16912679"/>
            </a:xfrm>
            <a:prstGeom prst="rect">
              <a:avLst/>
            </a:prstGeom>
            <a:solidFill>
              <a:srgbClr val="262626">
                <a:alpha val="92000"/>
              </a:srgbClr>
            </a:solidFill>
            <a:ln w="9525">
              <a:solidFill>
                <a:srgbClr val="3C3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" name="boxhead"/>
            <p:cNvSpPr/>
            <p:nvPr/>
          </p:nvSpPr>
          <p:spPr>
            <a:xfrm>
              <a:off x="503932" y="5435947"/>
              <a:ext cx="29267944" cy="467916"/>
            </a:xfrm>
            <a:prstGeom prst="rect">
              <a:avLst/>
            </a:prstGeom>
            <a:solidFill>
              <a:srgbClr val="4747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" name="boxhead"/>
            <p:cNvSpPr txBox="1"/>
            <p:nvPr/>
          </p:nvSpPr>
          <p:spPr>
            <a:xfrm>
              <a:off x="503932" y="5435947"/>
              <a:ext cx="29267944" cy="467916"/>
            </a:xfrm>
            <a:prstGeom prst="rect">
              <a:avLst/>
            </a:prstGeom>
            <a:noFill/>
          </p:spPr>
          <p:txBody>
            <a:bodyPr wrap="square" lIns="180000" rIns="0" tIns="0" bIns="0" anchor="ctr"/>
            <a:lstStyle/>
            <a:p>
              <a:pPr algn="l">
                <a:lnSpc>
                  <a:spcPct val="100000"/>
                </a:lnSpc>
              </a:pPr>
              <a:r>
                <a:rPr sz="2551" b="1">
                  <a:solidFill>
                    <a:srgbClr val="ECECEC"/>
                  </a:solidFill>
                  <a:latin typeface="Inter"/>
                </a:rPr>
                <a:t>1 · Análisis de imagen — PIV</a:t>
              </a:r>
            </a:p>
          </p:txBody>
        </p:sp>
      </p:grpSp>
      <p:grpSp>
        <p:nvGrpSpPr>
          <p:cNvPr id="11" name="bloque: 2 · Modelo del perfil de velocidad"/>
          <p:cNvGrpSpPr/>
          <p:nvPr/>
        </p:nvGrpSpPr>
        <p:grpSpPr>
          <a:xfrm>
            <a:off x="503932" y="22672774"/>
            <a:ext cx="29267944" cy="7970341"/>
            <a:chOff x="503932" y="22672774"/>
            <a:chExt cx="29267944" cy="7970341"/>
          </a:xfrm>
        </p:grpSpPr>
        <p:sp>
          <p:nvSpPr>
            <p:cNvPr id="12" name="box"/>
            <p:cNvSpPr/>
            <p:nvPr/>
          </p:nvSpPr>
          <p:spPr>
            <a:xfrm>
              <a:off x="503932" y="22672774"/>
              <a:ext cx="29267944" cy="7970341"/>
            </a:xfrm>
            <a:prstGeom prst="rect">
              <a:avLst/>
            </a:prstGeom>
            <a:solidFill>
              <a:srgbClr val="262626">
                <a:alpha val="92000"/>
              </a:srgbClr>
            </a:solidFill>
            <a:ln w="9525">
              <a:solidFill>
                <a:srgbClr val="3C3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3" name="boxhead"/>
            <p:cNvSpPr/>
            <p:nvPr/>
          </p:nvSpPr>
          <p:spPr>
            <a:xfrm>
              <a:off x="503932" y="22672774"/>
              <a:ext cx="29267944" cy="467916"/>
            </a:xfrm>
            <a:prstGeom prst="rect">
              <a:avLst/>
            </a:prstGeom>
            <a:solidFill>
              <a:srgbClr val="4747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4" name="boxhead"/>
            <p:cNvSpPr txBox="1"/>
            <p:nvPr/>
          </p:nvSpPr>
          <p:spPr>
            <a:xfrm>
              <a:off x="503932" y="22672774"/>
              <a:ext cx="29267944" cy="467916"/>
            </a:xfrm>
            <a:prstGeom prst="rect">
              <a:avLst/>
            </a:prstGeom>
            <a:noFill/>
          </p:spPr>
          <p:txBody>
            <a:bodyPr wrap="square" lIns="180000" rIns="0" tIns="0" bIns="0" anchor="ctr"/>
            <a:lstStyle/>
            <a:p>
              <a:pPr algn="l">
                <a:lnSpc>
                  <a:spcPct val="100000"/>
                </a:lnSpc>
              </a:pPr>
              <a:r>
                <a:rPr sz="2551" b="1">
                  <a:solidFill>
                    <a:srgbClr val="ECECEC"/>
                  </a:solidFill>
                  <a:latin typeface="Inter"/>
                </a:rPr>
                <a:t>2 · Modelo del perfil de velocidad</a:t>
              </a:r>
            </a:p>
          </p:txBody>
        </p:sp>
      </p:grpSp>
      <p:grpSp>
        <p:nvGrpSpPr>
          <p:cNvPr id="15" name="bloque: 3 · Dinámica de encendido"/>
          <p:cNvGrpSpPr/>
          <p:nvPr/>
        </p:nvGrpSpPr>
        <p:grpSpPr>
          <a:xfrm>
            <a:off x="503932" y="30967114"/>
            <a:ext cx="29267944" cy="11332666"/>
            <a:chOff x="503932" y="30967114"/>
            <a:chExt cx="29267944" cy="11332666"/>
          </a:xfrm>
        </p:grpSpPr>
        <p:sp>
          <p:nvSpPr>
            <p:cNvPr id="16" name="box"/>
            <p:cNvSpPr/>
            <p:nvPr/>
          </p:nvSpPr>
          <p:spPr>
            <a:xfrm>
              <a:off x="503932" y="30967114"/>
              <a:ext cx="29267944" cy="11332666"/>
            </a:xfrm>
            <a:prstGeom prst="rect">
              <a:avLst/>
            </a:prstGeom>
            <a:solidFill>
              <a:srgbClr val="262626">
                <a:alpha val="92000"/>
              </a:srgbClr>
            </a:solidFill>
            <a:ln w="9525">
              <a:solidFill>
                <a:srgbClr val="3C3C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7" name="boxhead"/>
            <p:cNvSpPr/>
            <p:nvPr/>
          </p:nvSpPr>
          <p:spPr>
            <a:xfrm>
              <a:off x="503932" y="30967114"/>
              <a:ext cx="29267944" cy="467916"/>
            </a:xfrm>
            <a:prstGeom prst="rect">
              <a:avLst/>
            </a:prstGeom>
            <a:solidFill>
              <a:srgbClr val="4747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8" name="boxhead"/>
            <p:cNvSpPr txBox="1"/>
            <p:nvPr/>
          </p:nvSpPr>
          <p:spPr>
            <a:xfrm>
              <a:off x="503932" y="30967114"/>
              <a:ext cx="29267944" cy="467916"/>
            </a:xfrm>
            <a:prstGeom prst="rect">
              <a:avLst/>
            </a:prstGeom>
            <a:noFill/>
          </p:spPr>
          <p:txBody>
            <a:bodyPr wrap="square" lIns="180000" rIns="0" tIns="0" bIns="0" anchor="ctr"/>
            <a:lstStyle/>
            <a:p>
              <a:pPr algn="l">
                <a:lnSpc>
                  <a:spcPct val="100000"/>
                </a:lnSpc>
              </a:pPr>
              <a:r>
                <a:rPr sz="2551" b="1">
                  <a:solidFill>
                    <a:srgbClr val="ECECEC"/>
                  </a:solidFill>
                  <a:latin typeface="Inter"/>
                </a:rPr>
                <a:t>3 · Dinámica de encendido</a:t>
              </a:r>
            </a:p>
          </p:txBody>
        </p:sp>
      </p:grpSp>
      <p:sp>
        <p:nvSpPr>
          <p:cNvPr id="19" name="cable"/>
          <p:cNvSpPr/>
          <p:nvPr/>
        </p:nvSpPr>
        <p:spPr>
          <a:xfrm>
            <a:off x="5957991" y="8713788"/>
            <a:ext cx="352800" cy="39600"/>
          </a:xfrm>
          <a:prstGeom prst="rect">
            <a:avLst/>
          </a:prstGeom>
          <a:solidFill>
            <a:srgbClr val="A79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ble"/>
          <p:cNvSpPr/>
          <p:nvPr/>
        </p:nvSpPr>
        <p:spPr>
          <a:xfrm>
            <a:off x="11491184" y="8713788"/>
            <a:ext cx="352799" cy="39600"/>
          </a:xfrm>
          <a:prstGeom prst="rect">
            <a:avLst/>
          </a:prstGeom>
          <a:solidFill>
            <a:srgbClr val="A79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ble"/>
          <p:cNvSpPr/>
          <p:nvPr/>
        </p:nvSpPr>
        <p:spPr>
          <a:xfrm>
            <a:off x="15987577" y="8713788"/>
            <a:ext cx="352799" cy="39600"/>
          </a:xfrm>
          <a:prstGeom prst="rect">
            <a:avLst/>
          </a:prstGeom>
          <a:solidFill>
            <a:srgbClr val="A79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ble"/>
          <p:cNvSpPr/>
          <p:nvPr/>
        </p:nvSpPr>
        <p:spPr>
          <a:xfrm>
            <a:off x="20483971" y="8713788"/>
            <a:ext cx="352799" cy="39600"/>
          </a:xfrm>
          <a:prstGeom prst="rect">
            <a:avLst/>
          </a:prstGeom>
          <a:solidFill>
            <a:srgbClr val="A79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ble"/>
          <p:cNvSpPr/>
          <p:nvPr/>
        </p:nvSpPr>
        <p:spPr>
          <a:xfrm>
            <a:off x="24980365" y="8713788"/>
            <a:ext cx="352799" cy="39600"/>
          </a:xfrm>
          <a:prstGeom prst="rect">
            <a:avLst/>
          </a:prstGeom>
          <a:solidFill>
            <a:srgbClr val="A79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ble"/>
          <p:cNvSpPr/>
          <p:nvPr/>
        </p:nvSpPr>
        <p:spPr>
          <a:xfrm>
            <a:off x="20048372" y="8733588"/>
            <a:ext cx="9644385" cy="8330388"/>
          </a:xfrm>
          <a:custGeom>
            <a:avLst/>
            <a:gdLst/>
            <a:ahLst/>
            <a:cxnLst/>
            <a:rect l="l" t="t" r="r" b="b"/>
            <a:pathLst>
              <a:path w="9644385" h="8330388">
                <a:moveTo>
                  <a:pt x="9428385" y="0"/>
                </a:moveTo>
                <a:lnTo>
                  <a:pt x="9500174" y="0"/>
                </a:lnTo>
                <a:lnTo>
                  <a:pt x="9571722" y="3497"/>
                </a:lnTo>
                <a:lnTo>
                  <a:pt x="9629413" y="42551"/>
                </a:lnTo>
                <a:lnTo>
                  <a:pt x="9644385" y="111845"/>
                </a:lnTo>
                <a:lnTo>
                  <a:pt x="9644385" y="183634"/>
                </a:lnTo>
                <a:lnTo>
                  <a:pt x="9644385" y="255423"/>
                </a:lnTo>
                <a:lnTo>
                  <a:pt x="9644385" y="327213"/>
                </a:lnTo>
                <a:lnTo>
                  <a:pt x="9644385" y="399002"/>
                </a:lnTo>
                <a:lnTo>
                  <a:pt x="9644385" y="470791"/>
                </a:lnTo>
                <a:lnTo>
                  <a:pt x="9644385" y="542580"/>
                </a:lnTo>
                <a:lnTo>
                  <a:pt x="9644385" y="614369"/>
                </a:lnTo>
                <a:lnTo>
                  <a:pt x="9644385" y="686158"/>
                </a:lnTo>
                <a:lnTo>
                  <a:pt x="9644385" y="757947"/>
                </a:lnTo>
                <a:lnTo>
                  <a:pt x="9644385" y="829735"/>
                </a:lnTo>
                <a:lnTo>
                  <a:pt x="9644385" y="901524"/>
                </a:lnTo>
                <a:lnTo>
                  <a:pt x="9644385" y="973313"/>
                </a:lnTo>
                <a:lnTo>
                  <a:pt x="9644385" y="1045103"/>
                </a:lnTo>
                <a:lnTo>
                  <a:pt x="9644385" y="1116892"/>
                </a:lnTo>
                <a:lnTo>
                  <a:pt x="9644385" y="1188681"/>
                </a:lnTo>
                <a:lnTo>
                  <a:pt x="9644385" y="1260470"/>
                </a:lnTo>
                <a:lnTo>
                  <a:pt x="9644385" y="1332259"/>
                </a:lnTo>
                <a:lnTo>
                  <a:pt x="9644385" y="1404048"/>
                </a:lnTo>
                <a:lnTo>
                  <a:pt x="9644385" y="1475837"/>
                </a:lnTo>
                <a:lnTo>
                  <a:pt x="9644385" y="1547626"/>
                </a:lnTo>
                <a:lnTo>
                  <a:pt x="9644385" y="1619415"/>
                </a:lnTo>
                <a:lnTo>
                  <a:pt x="9644385" y="1691205"/>
                </a:lnTo>
                <a:lnTo>
                  <a:pt x="9644385" y="1762994"/>
                </a:lnTo>
                <a:lnTo>
                  <a:pt x="9644385" y="1834783"/>
                </a:lnTo>
                <a:lnTo>
                  <a:pt x="9644385" y="1906572"/>
                </a:lnTo>
                <a:lnTo>
                  <a:pt x="9644385" y="1978361"/>
                </a:lnTo>
                <a:lnTo>
                  <a:pt x="9644385" y="2050150"/>
                </a:lnTo>
                <a:lnTo>
                  <a:pt x="9644385" y="2121939"/>
                </a:lnTo>
                <a:lnTo>
                  <a:pt x="9644385" y="2193728"/>
                </a:lnTo>
                <a:lnTo>
                  <a:pt x="9644385" y="2265517"/>
                </a:lnTo>
                <a:lnTo>
                  <a:pt x="9644385" y="2337306"/>
                </a:lnTo>
                <a:lnTo>
                  <a:pt x="9644385" y="2409095"/>
                </a:lnTo>
                <a:lnTo>
                  <a:pt x="9644385" y="2480884"/>
                </a:lnTo>
                <a:lnTo>
                  <a:pt x="9644385" y="2552673"/>
                </a:lnTo>
                <a:lnTo>
                  <a:pt x="9644385" y="2624463"/>
                </a:lnTo>
                <a:lnTo>
                  <a:pt x="9644385" y="2696252"/>
                </a:lnTo>
                <a:lnTo>
                  <a:pt x="9644385" y="2768041"/>
                </a:lnTo>
                <a:lnTo>
                  <a:pt x="9644385" y="2839830"/>
                </a:lnTo>
                <a:lnTo>
                  <a:pt x="9644385" y="2911619"/>
                </a:lnTo>
                <a:lnTo>
                  <a:pt x="9644385" y="2983408"/>
                </a:lnTo>
                <a:lnTo>
                  <a:pt x="9644385" y="3055197"/>
                </a:lnTo>
                <a:lnTo>
                  <a:pt x="9644385" y="3126985"/>
                </a:lnTo>
                <a:lnTo>
                  <a:pt x="9642555" y="3198714"/>
                </a:lnTo>
                <a:lnTo>
                  <a:pt x="9626047" y="3268322"/>
                </a:lnTo>
                <a:lnTo>
                  <a:pt x="9585874" y="3327119"/>
                </a:lnTo>
                <a:lnTo>
                  <a:pt x="9524212" y="3362843"/>
                </a:lnTo>
                <a:lnTo>
                  <a:pt x="9453849" y="3375994"/>
                </a:lnTo>
                <a:lnTo>
                  <a:pt x="9382078" y="3376796"/>
                </a:lnTo>
                <a:lnTo>
                  <a:pt x="9310289" y="3376796"/>
                </a:lnTo>
                <a:lnTo>
                  <a:pt x="9238500" y="3376796"/>
                </a:lnTo>
                <a:lnTo>
                  <a:pt x="9166711" y="3376796"/>
                </a:lnTo>
                <a:lnTo>
                  <a:pt x="9094922" y="3376796"/>
                </a:lnTo>
                <a:lnTo>
                  <a:pt x="9023133" y="3376796"/>
                </a:lnTo>
                <a:lnTo>
                  <a:pt x="8951344" y="3376796"/>
                </a:lnTo>
                <a:lnTo>
                  <a:pt x="8879555" y="3376796"/>
                </a:lnTo>
                <a:lnTo>
                  <a:pt x="8807766" y="3376796"/>
                </a:lnTo>
                <a:lnTo>
                  <a:pt x="8735977" y="3376796"/>
                </a:lnTo>
                <a:lnTo>
                  <a:pt x="8664188" y="3376796"/>
                </a:lnTo>
                <a:lnTo>
                  <a:pt x="8592399" y="3376796"/>
                </a:lnTo>
                <a:lnTo>
                  <a:pt x="8520611" y="3376796"/>
                </a:lnTo>
                <a:lnTo>
                  <a:pt x="8448822" y="3376796"/>
                </a:lnTo>
                <a:lnTo>
                  <a:pt x="8377033" y="3376796"/>
                </a:lnTo>
                <a:lnTo>
                  <a:pt x="8305244" y="3376796"/>
                </a:lnTo>
                <a:lnTo>
                  <a:pt x="8233455" y="3376796"/>
                </a:lnTo>
                <a:lnTo>
                  <a:pt x="8161666" y="3376796"/>
                </a:lnTo>
                <a:lnTo>
                  <a:pt x="8089877" y="3376796"/>
                </a:lnTo>
                <a:lnTo>
                  <a:pt x="8018088" y="3376796"/>
                </a:lnTo>
                <a:lnTo>
                  <a:pt x="7946299" y="3376796"/>
                </a:lnTo>
                <a:lnTo>
                  <a:pt x="7874510" y="3376796"/>
                </a:lnTo>
                <a:lnTo>
                  <a:pt x="7802721" y="3376796"/>
                </a:lnTo>
                <a:lnTo>
                  <a:pt x="7730932" y="3376796"/>
                </a:lnTo>
                <a:lnTo>
                  <a:pt x="7659143" y="3376796"/>
                </a:lnTo>
                <a:lnTo>
                  <a:pt x="7587352" y="3376796"/>
                </a:lnTo>
                <a:lnTo>
                  <a:pt x="7515563" y="3376796"/>
                </a:lnTo>
                <a:lnTo>
                  <a:pt x="7443774" y="3376796"/>
                </a:lnTo>
                <a:lnTo>
                  <a:pt x="7371985" y="3376796"/>
                </a:lnTo>
                <a:lnTo>
                  <a:pt x="7300196" y="3376796"/>
                </a:lnTo>
                <a:lnTo>
                  <a:pt x="7228407" y="3376796"/>
                </a:lnTo>
                <a:lnTo>
                  <a:pt x="7156618" y="3376796"/>
                </a:lnTo>
                <a:lnTo>
                  <a:pt x="7084829" y="3376796"/>
                </a:lnTo>
                <a:lnTo>
                  <a:pt x="7013040" y="3376796"/>
                </a:lnTo>
                <a:lnTo>
                  <a:pt x="6941251" y="3376796"/>
                </a:lnTo>
                <a:lnTo>
                  <a:pt x="6869462" y="3376796"/>
                </a:lnTo>
                <a:lnTo>
                  <a:pt x="6797673" y="3376796"/>
                </a:lnTo>
                <a:lnTo>
                  <a:pt x="6725884" y="3376796"/>
                </a:lnTo>
                <a:lnTo>
                  <a:pt x="6654095" y="3376796"/>
                </a:lnTo>
                <a:lnTo>
                  <a:pt x="6582306" y="3376796"/>
                </a:lnTo>
                <a:lnTo>
                  <a:pt x="6510517" y="3376796"/>
                </a:lnTo>
                <a:lnTo>
                  <a:pt x="6438726" y="3376794"/>
                </a:lnTo>
                <a:lnTo>
                  <a:pt x="6366937" y="3376794"/>
                </a:lnTo>
                <a:lnTo>
                  <a:pt x="6295148" y="3376794"/>
                </a:lnTo>
                <a:lnTo>
                  <a:pt x="6223359" y="3376794"/>
                </a:lnTo>
                <a:lnTo>
                  <a:pt x="6151570" y="3376794"/>
                </a:lnTo>
                <a:lnTo>
                  <a:pt x="6079781" y="3376794"/>
                </a:lnTo>
                <a:lnTo>
                  <a:pt x="6007993" y="3376794"/>
                </a:lnTo>
                <a:lnTo>
                  <a:pt x="5936204" y="3376794"/>
                </a:lnTo>
                <a:lnTo>
                  <a:pt x="5864415" y="3376794"/>
                </a:lnTo>
                <a:lnTo>
                  <a:pt x="5792626" y="3376794"/>
                </a:lnTo>
                <a:lnTo>
                  <a:pt x="5720837" y="3376794"/>
                </a:lnTo>
                <a:lnTo>
                  <a:pt x="5649048" y="3376794"/>
                </a:lnTo>
                <a:lnTo>
                  <a:pt x="5577259" y="3376794"/>
                </a:lnTo>
                <a:lnTo>
                  <a:pt x="5505470" y="3376794"/>
                </a:lnTo>
                <a:lnTo>
                  <a:pt x="5433681" y="3376794"/>
                </a:lnTo>
                <a:lnTo>
                  <a:pt x="5361892" y="3376794"/>
                </a:lnTo>
                <a:lnTo>
                  <a:pt x="5290103" y="3376794"/>
                </a:lnTo>
                <a:lnTo>
                  <a:pt x="5218314" y="3376794"/>
                </a:lnTo>
                <a:lnTo>
                  <a:pt x="5146525" y="3376794"/>
                </a:lnTo>
                <a:lnTo>
                  <a:pt x="5074736" y="3376794"/>
                </a:lnTo>
                <a:lnTo>
                  <a:pt x="5002947" y="3376794"/>
                </a:lnTo>
                <a:lnTo>
                  <a:pt x="4931158" y="3376794"/>
                </a:lnTo>
                <a:lnTo>
                  <a:pt x="4859369" y="3376794"/>
                </a:lnTo>
                <a:lnTo>
                  <a:pt x="4787580" y="3376794"/>
                </a:lnTo>
                <a:lnTo>
                  <a:pt x="4715791" y="3376794"/>
                </a:lnTo>
                <a:lnTo>
                  <a:pt x="4644002" y="3376794"/>
                </a:lnTo>
                <a:lnTo>
                  <a:pt x="4572211" y="3376794"/>
                </a:lnTo>
                <a:lnTo>
                  <a:pt x="4500422" y="3376794"/>
                </a:lnTo>
                <a:lnTo>
                  <a:pt x="4428633" y="3376794"/>
                </a:lnTo>
                <a:lnTo>
                  <a:pt x="4356844" y="3376794"/>
                </a:lnTo>
                <a:lnTo>
                  <a:pt x="4285055" y="3376794"/>
                </a:lnTo>
                <a:lnTo>
                  <a:pt x="4213266" y="3376794"/>
                </a:lnTo>
                <a:lnTo>
                  <a:pt x="4141477" y="3376794"/>
                </a:lnTo>
                <a:lnTo>
                  <a:pt x="4069688" y="3376794"/>
                </a:lnTo>
                <a:lnTo>
                  <a:pt x="3997899" y="3376794"/>
                </a:lnTo>
                <a:lnTo>
                  <a:pt x="3926111" y="3376794"/>
                </a:lnTo>
                <a:lnTo>
                  <a:pt x="3854322" y="3376794"/>
                </a:lnTo>
                <a:lnTo>
                  <a:pt x="3782533" y="3376794"/>
                </a:lnTo>
                <a:lnTo>
                  <a:pt x="3710744" y="3376794"/>
                </a:lnTo>
                <a:lnTo>
                  <a:pt x="3638952" y="3376794"/>
                </a:lnTo>
                <a:lnTo>
                  <a:pt x="3567164" y="3376794"/>
                </a:lnTo>
                <a:lnTo>
                  <a:pt x="3495375" y="3376794"/>
                </a:lnTo>
                <a:lnTo>
                  <a:pt x="3423586" y="3376794"/>
                </a:lnTo>
                <a:lnTo>
                  <a:pt x="3351797" y="3376794"/>
                </a:lnTo>
                <a:lnTo>
                  <a:pt x="3280008" y="3376794"/>
                </a:lnTo>
                <a:lnTo>
                  <a:pt x="3208219" y="3376794"/>
                </a:lnTo>
                <a:lnTo>
                  <a:pt x="3136430" y="3376794"/>
                </a:lnTo>
                <a:lnTo>
                  <a:pt x="3064641" y="3376794"/>
                </a:lnTo>
                <a:lnTo>
                  <a:pt x="2992852" y="3376794"/>
                </a:lnTo>
                <a:lnTo>
                  <a:pt x="2921063" y="3376794"/>
                </a:lnTo>
                <a:lnTo>
                  <a:pt x="2849274" y="3376794"/>
                </a:lnTo>
                <a:lnTo>
                  <a:pt x="2777485" y="3376794"/>
                </a:lnTo>
                <a:lnTo>
                  <a:pt x="2705696" y="3376794"/>
                </a:lnTo>
                <a:lnTo>
                  <a:pt x="2633907" y="3376794"/>
                </a:lnTo>
                <a:lnTo>
                  <a:pt x="2562118" y="3376794"/>
                </a:lnTo>
                <a:lnTo>
                  <a:pt x="2490329" y="3376794"/>
                </a:lnTo>
                <a:lnTo>
                  <a:pt x="2418540" y="3376794"/>
                </a:lnTo>
                <a:lnTo>
                  <a:pt x="2346751" y="3376794"/>
                </a:lnTo>
                <a:lnTo>
                  <a:pt x="2274962" y="3376794"/>
                </a:lnTo>
                <a:lnTo>
                  <a:pt x="2203173" y="3376794"/>
                </a:lnTo>
                <a:lnTo>
                  <a:pt x="2131384" y="3376794"/>
                </a:lnTo>
                <a:lnTo>
                  <a:pt x="2059595" y="3376794"/>
                </a:lnTo>
                <a:lnTo>
                  <a:pt x="1987806" y="3376794"/>
                </a:lnTo>
                <a:lnTo>
                  <a:pt x="1916017" y="3376794"/>
                </a:lnTo>
                <a:lnTo>
                  <a:pt x="1844228" y="3376794"/>
                </a:lnTo>
                <a:lnTo>
                  <a:pt x="1772440" y="3376794"/>
                </a:lnTo>
                <a:lnTo>
                  <a:pt x="1700651" y="3376794"/>
                </a:lnTo>
                <a:lnTo>
                  <a:pt x="1628862" y="3376794"/>
                </a:lnTo>
                <a:lnTo>
                  <a:pt x="1557073" y="3376794"/>
                </a:lnTo>
                <a:lnTo>
                  <a:pt x="1485284" y="3376794"/>
                </a:lnTo>
                <a:lnTo>
                  <a:pt x="1413495" y="3376794"/>
                </a:lnTo>
                <a:lnTo>
                  <a:pt x="1341704" y="3376794"/>
                </a:lnTo>
                <a:lnTo>
                  <a:pt x="1269915" y="3376794"/>
                </a:lnTo>
                <a:lnTo>
                  <a:pt x="1198126" y="3376794"/>
                </a:lnTo>
                <a:lnTo>
                  <a:pt x="1126337" y="3376794"/>
                </a:lnTo>
                <a:lnTo>
                  <a:pt x="1054548" y="3376794"/>
                </a:lnTo>
                <a:lnTo>
                  <a:pt x="982759" y="3376794"/>
                </a:lnTo>
                <a:lnTo>
                  <a:pt x="910970" y="3376794"/>
                </a:lnTo>
                <a:lnTo>
                  <a:pt x="839181" y="3376794"/>
                </a:lnTo>
                <a:lnTo>
                  <a:pt x="767392" y="3376794"/>
                </a:lnTo>
                <a:lnTo>
                  <a:pt x="695603" y="3376794"/>
                </a:lnTo>
                <a:lnTo>
                  <a:pt x="623812" y="3376794"/>
                </a:lnTo>
                <a:lnTo>
                  <a:pt x="552023" y="3376794"/>
                </a:lnTo>
                <a:lnTo>
                  <a:pt x="480234" y="3376794"/>
                </a:lnTo>
                <a:lnTo>
                  <a:pt x="408445" y="3376794"/>
                </a:lnTo>
                <a:lnTo>
                  <a:pt x="336656" y="3376794"/>
                </a:lnTo>
                <a:lnTo>
                  <a:pt x="264867" y="3376794"/>
                </a:lnTo>
                <a:lnTo>
                  <a:pt x="193091" y="3377437"/>
                </a:lnTo>
                <a:lnTo>
                  <a:pt x="122601" y="3389935"/>
                </a:lnTo>
                <a:lnTo>
                  <a:pt x="60407" y="3424751"/>
                </a:lnTo>
                <a:lnTo>
                  <a:pt x="19329" y="3482905"/>
                </a:lnTo>
                <a:lnTo>
                  <a:pt x="2101" y="3552327"/>
                </a:lnTo>
                <a:lnTo>
                  <a:pt x="0" y="3624042"/>
                </a:lnTo>
                <a:lnTo>
                  <a:pt x="0" y="3695831"/>
                </a:lnTo>
                <a:lnTo>
                  <a:pt x="0" y="3767620"/>
                </a:lnTo>
                <a:lnTo>
                  <a:pt x="0" y="3839409"/>
                </a:lnTo>
                <a:lnTo>
                  <a:pt x="0" y="3911198"/>
                </a:lnTo>
                <a:lnTo>
                  <a:pt x="0" y="3982987"/>
                </a:lnTo>
                <a:lnTo>
                  <a:pt x="0" y="4054776"/>
                </a:lnTo>
                <a:lnTo>
                  <a:pt x="0" y="4126565"/>
                </a:lnTo>
                <a:lnTo>
                  <a:pt x="0" y="4198354"/>
                </a:lnTo>
                <a:lnTo>
                  <a:pt x="0" y="4270143"/>
                </a:lnTo>
                <a:lnTo>
                  <a:pt x="0" y="4341932"/>
                </a:lnTo>
                <a:lnTo>
                  <a:pt x="0" y="4413722"/>
                </a:lnTo>
                <a:lnTo>
                  <a:pt x="0" y="4485511"/>
                </a:lnTo>
                <a:lnTo>
                  <a:pt x="0" y="4557300"/>
                </a:lnTo>
                <a:lnTo>
                  <a:pt x="0" y="4629089"/>
                </a:lnTo>
                <a:lnTo>
                  <a:pt x="0" y="4700878"/>
                </a:lnTo>
                <a:lnTo>
                  <a:pt x="0" y="4772667"/>
                </a:lnTo>
                <a:lnTo>
                  <a:pt x="0" y="4844456"/>
                </a:lnTo>
                <a:lnTo>
                  <a:pt x="0" y="4916245"/>
                </a:lnTo>
                <a:lnTo>
                  <a:pt x="0" y="4988034"/>
                </a:lnTo>
                <a:lnTo>
                  <a:pt x="0" y="5059823"/>
                </a:lnTo>
                <a:lnTo>
                  <a:pt x="0" y="5131613"/>
                </a:lnTo>
                <a:lnTo>
                  <a:pt x="0" y="5203402"/>
                </a:lnTo>
                <a:lnTo>
                  <a:pt x="0" y="5275191"/>
                </a:lnTo>
                <a:lnTo>
                  <a:pt x="0" y="5346980"/>
                </a:lnTo>
                <a:lnTo>
                  <a:pt x="0" y="5418769"/>
                </a:lnTo>
                <a:lnTo>
                  <a:pt x="0" y="5490558"/>
                </a:lnTo>
                <a:lnTo>
                  <a:pt x="0" y="5562347"/>
                </a:lnTo>
                <a:lnTo>
                  <a:pt x="0" y="5634136"/>
                </a:lnTo>
                <a:lnTo>
                  <a:pt x="0" y="5705925"/>
                </a:lnTo>
                <a:lnTo>
                  <a:pt x="0" y="5777713"/>
                </a:lnTo>
                <a:lnTo>
                  <a:pt x="0" y="5849502"/>
                </a:lnTo>
                <a:lnTo>
                  <a:pt x="0" y="5921293"/>
                </a:lnTo>
                <a:lnTo>
                  <a:pt x="0" y="5993081"/>
                </a:lnTo>
                <a:lnTo>
                  <a:pt x="0" y="6064870"/>
                </a:lnTo>
                <a:lnTo>
                  <a:pt x="0" y="6136659"/>
                </a:lnTo>
                <a:lnTo>
                  <a:pt x="0" y="6208448"/>
                </a:lnTo>
                <a:lnTo>
                  <a:pt x="0" y="6280237"/>
                </a:lnTo>
                <a:lnTo>
                  <a:pt x="0" y="6352026"/>
                </a:lnTo>
                <a:lnTo>
                  <a:pt x="0" y="6423815"/>
                </a:lnTo>
                <a:lnTo>
                  <a:pt x="0" y="6495604"/>
                </a:lnTo>
                <a:lnTo>
                  <a:pt x="0" y="6567393"/>
                </a:lnTo>
                <a:lnTo>
                  <a:pt x="0" y="6639183"/>
                </a:lnTo>
                <a:lnTo>
                  <a:pt x="0" y="6710972"/>
                </a:lnTo>
                <a:lnTo>
                  <a:pt x="0" y="6782761"/>
                </a:lnTo>
                <a:lnTo>
                  <a:pt x="0" y="6854550"/>
                </a:lnTo>
                <a:lnTo>
                  <a:pt x="0" y="6926339"/>
                </a:lnTo>
                <a:lnTo>
                  <a:pt x="0" y="6998128"/>
                </a:lnTo>
                <a:lnTo>
                  <a:pt x="0" y="7069917"/>
                </a:lnTo>
                <a:lnTo>
                  <a:pt x="0" y="7141706"/>
                </a:lnTo>
                <a:lnTo>
                  <a:pt x="0" y="7213495"/>
                </a:lnTo>
                <a:lnTo>
                  <a:pt x="0" y="7285284"/>
                </a:lnTo>
                <a:lnTo>
                  <a:pt x="0" y="7357073"/>
                </a:lnTo>
                <a:lnTo>
                  <a:pt x="0" y="7428863"/>
                </a:lnTo>
                <a:lnTo>
                  <a:pt x="0" y="7500652"/>
                </a:lnTo>
                <a:lnTo>
                  <a:pt x="0" y="7572441"/>
                </a:lnTo>
                <a:lnTo>
                  <a:pt x="0" y="7644230"/>
                </a:lnTo>
                <a:lnTo>
                  <a:pt x="0" y="7716019"/>
                </a:lnTo>
                <a:lnTo>
                  <a:pt x="0" y="7787808"/>
                </a:lnTo>
                <a:lnTo>
                  <a:pt x="0" y="7859597"/>
                </a:lnTo>
                <a:lnTo>
                  <a:pt x="0" y="7931386"/>
                </a:lnTo>
                <a:lnTo>
                  <a:pt x="0" y="8003175"/>
                </a:lnTo>
                <a:lnTo>
                  <a:pt x="0" y="8074963"/>
                </a:lnTo>
                <a:lnTo>
                  <a:pt x="0" y="8146754"/>
                </a:lnTo>
                <a:lnTo>
                  <a:pt x="0" y="8218543"/>
                </a:lnTo>
                <a:lnTo>
                  <a:pt x="14972" y="8287836"/>
                </a:lnTo>
                <a:lnTo>
                  <a:pt x="72666" y="8326891"/>
                </a:lnTo>
                <a:lnTo>
                  <a:pt x="144211" y="8330388"/>
                </a:lnTo>
                <a:lnTo>
                  <a:pt x="216000" y="8330388"/>
                </a:lnTo>
              </a:path>
            </a:pathLst>
          </a:custGeom>
          <a:noFill/>
          <a:ln w="39600">
            <a:solidFill>
              <a:srgbClr val="A79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ble"/>
          <p:cNvSpPr/>
          <p:nvPr/>
        </p:nvSpPr>
        <p:spPr>
          <a:xfrm>
            <a:off x="11491184" y="8733588"/>
            <a:ext cx="3412795" cy="7019990"/>
          </a:xfrm>
          <a:custGeom>
            <a:avLst/>
            <a:gdLst/>
            <a:ahLst/>
            <a:cxnLst/>
            <a:rect l="l" t="t" r="r" b="b"/>
            <a:pathLst>
              <a:path w="3412795" h="7019990">
                <a:moveTo>
                  <a:pt x="0" y="0"/>
                </a:moveTo>
                <a:lnTo>
                  <a:pt x="71818" y="0"/>
                </a:lnTo>
                <a:lnTo>
                  <a:pt x="142463" y="8920"/>
                </a:lnTo>
                <a:lnTo>
                  <a:pt x="184332" y="63710"/>
                </a:lnTo>
                <a:lnTo>
                  <a:pt x="187199" y="135336"/>
                </a:lnTo>
                <a:lnTo>
                  <a:pt x="187199" y="207153"/>
                </a:lnTo>
                <a:lnTo>
                  <a:pt x="187199" y="278971"/>
                </a:lnTo>
                <a:lnTo>
                  <a:pt x="187199" y="350788"/>
                </a:lnTo>
                <a:lnTo>
                  <a:pt x="187199" y="422605"/>
                </a:lnTo>
                <a:lnTo>
                  <a:pt x="187199" y="494422"/>
                </a:lnTo>
                <a:lnTo>
                  <a:pt x="187199" y="566240"/>
                </a:lnTo>
                <a:lnTo>
                  <a:pt x="187199" y="638057"/>
                </a:lnTo>
                <a:lnTo>
                  <a:pt x="187199" y="709875"/>
                </a:lnTo>
                <a:lnTo>
                  <a:pt x="187199" y="781692"/>
                </a:lnTo>
                <a:lnTo>
                  <a:pt x="187199" y="853510"/>
                </a:lnTo>
                <a:lnTo>
                  <a:pt x="187199" y="925327"/>
                </a:lnTo>
                <a:lnTo>
                  <a:pt x="187199" y="997144"/>
                </a:lnTo>
                <a:lnTo>
                  <a:pt x="187199" y="1068961"/>
                </a:lnTo>
                <a:lnTo>
                  <a:pt x="187199" y="1140779"/>
                </a:lnTo>
                <a:lnTo>
                  <a:pt x="187199" y="1212596"/>
                </a:lnTo>
                <a:lnTo>
                  <a:pt x="187199" y="1284414"/>
                </a:lnTo>
                <a:lnTo>
                  <a:pt x="187199" y="1356231"/>
                </a:lnTo>
                <a:lnTo>
                  <a:pt x="187199" y="1428048"/>
                </a:lnTo>
                <a:lnTo>
                  <a:pt x="187199" y="1499865"/>
                </a:lnTo>
                <a:lnTo>
                  <a:pt x="187199" y="1571683"/>
                </a:lnTo>
                <a:lnTo>
                  <a:pt x="187199" y="1643500"/>
                </a:lnTo>
                <a:lnTo>
                  <a:pt x="187199" y="1715318"/>
                </a:lnTo>
                <a:lnTo>
                  <a:pt x="187199" y="1787135"/>
                </a:lnTo>
                <a:lnTo>
                  <a:pt x="187199" y="1858953"/>
                </a:lnTo>
                <a:lnTo>
                  <a:pt x="187199" y="1930771"/>
                </a:lnTo>
                <a:lnTo>
                  <a:pt x="187199" y="2002588"/>
                </a:lnTo>
                <a:lnTo>
                  <a:pt x="187199" y="2074404"/>
                </a:lnTo>
                <a:lnTo>
                  <a:pt x="187199" y="2146222"/>
                </a:lnTo>
                <a:lnTo>
                  <a:pt x="187199" y="2218040"/>
                </a:lnTo>
                <a:lnTo>
                  <a:pt x="187199" y="2289857"/>
                </a:lnTo>
                <a:lnTo>
                  <a:pt x="187199" y="2361675"/>
                </a:lnTo>
                <a:lnTo>
                  <a:pt x="187199" y="2433492"/>
                </a:lnTo>
                <a:lnTo>
                  <a:pt x="187199" y="2505309"/>
                </a:lnTo>
                <a:lnTo>
                  <a:pt x="187199" y="2577126"/>
                </a:lnTo>
                <a:lnTo>
                  <a:pt x="187199" y="2648944"/>
                </a:lnTo>
                <a:lnTo>
                  <a:pt x="187199" y="2720761"/>
                </a:lnTo>
                <a:lnTo>
                  <a:pt x="187199" y="2792579"/>
                </a:lnTo>
                <a:lnTo>
                  <a:pt x="187199" y="2864396"/>
                </a:lnTo>
                <a:lnTo>
                  <a:pt x="187199" y="2936214"/>
                </a:lnTo>
                <a:lnTo>
                  <a:pt x="187199" y="3008031"/>
                </a:lnTo>
                <a:lnTo>
                  <a:pt x="187199" y="3079849"/>
                </a:lnTo>
                <a:lnTo>
                  <a:pt x="191048" y="3151503"/>
                </a:lnTo>
                <a:lnTo>
                  <a:pt x="207450" y="3221278"/>
                </a:lnTo>
                <a:lnTo>
                  <a:pt x="241279" y="3284305"/>
                </a:lnTo>
                <a:lnTo>
                  <a:pt x="293873" y="3332672"/>
                </a:lnTo>
                <a:lnTo>
                  <a:pt x="359194" y="3361924"/>
                </a:lnTo>
                <a:lnTo>
                  <a:pt x="429723" y="3374837"/>
                </a:lnTo>
                <a:lnTo>
                  <a:pt x="501482" y="3376794"/>
                </a:lnTo>
                <a:lnTo>
                  <a:pt x="573300" y="3376794"/>
                </a:lnTo>
                <a:lnTo>
                  <a:pt x="645117" y="3376794"/>
                </a:lnTo>
                <a:lnTo>
                  <a:pt x="716934" y="3376794"/>
                </a:lnTo>
                <a:lnTo>
                  <a:pt x="788751" y="3376794"/>
                </a:lnTo>
                <a:lnTo>
                  <a:pt x="860569" y="3376794"/>
                </a:lnTo>
                <a:lnTo>
                  <a:pt x="932386" y="3376794"/>
                </a:lnTo>
                <a:lnTo>
                  <a:pt x="1004204" y="3376794"/>
                </a:lnTo>
                <a:lnTo>
                  <a:pt x="1076021" y="3376794"/>
                </a:lnTo>
                <a:lnTo>
                  <a:pt x="1147839" y="3376794"/>
                </a:lnTo>
                <a:lnTo>
                  <a:pt x="1219656" y="3376794"/>
                </a:lnTo>
                <a:lnTo>
                  <a:pt x="1291474" y="3376794"/>
                </a:lnTo>
                <a:lnTo>
                  <a:pt x="1363291" y="3376794"/>
                </a:lnTo>
                <a:lnTo>
                  <a:pt x="1435108" y="3376794"/>
                </a:lnTo>
                <a:lnTo>
                  <a:pt x="1506925" y="3376794"/>
                </a:lnTo>
                <a:lnTo>
                  <a:pt x="1578743" y="3376794"/>
                </a:lnTo>
                <a:lnTo>
                  <a:pt x="1650560" y="3376794"/>
                </a:lnTo>
                <a:lnTo>
                  <a:pt x="1722377" y="3376794"/>
                </a:lnTo>
                <a:lnTo>
                  <a:pt x="1794194" y="3376794"/>
                </a:lnTo>
                <a:lnTo>
                  <a:pt x="1866012" y="3376794"/>
                </a:lnTo>
                <a:lnTo>
                  <a:pt x="1937829" y="3376794"/>
                </a:lnTo>
                <a:lnTo>
                  <a:pt x="2009647" y="3376794"/>
                </a:lnTo>
                <a:lnTo>
                  <a:pt x="2081465" y="3376794"/>
                </a:lnTo>
                <a:lnTo>
                  <a:pt x="2153282" y="3376794"/>
                </a:lnTo>
                <a:lnTo>
                  <a:pt x="2225100" y="3376794"/>
                </a:lnTo>
                <a:lnTo>
                  <a:pt x="2296917" y="3376794"/>
                </a:lnTo>
                <a:lnTo>
                  <a:pt x="2368735" y="3376794"/>
                </a:lnTo>
                <a:lnTo>
                  <a:pt x="2440552" y="3376794"/>
                </a:lnTo>
                <a:lnTo>
                  <a:pt x="2512369" y="3376794"/>
                </a:lnTo>
                <a:lnTo>
                  <a:pt x="2584186" y="3376794"/>
                </a:lnTo>
                <a:lnTo>
                  <a:pt x="2656004" y="3376794"/>
                </a:lnTo>
                <a:lnTo>
                  <a:pt x="2727821" y="3376794"/>
                </a:lnTo>
                <a:lnTo>
                  <a:pt x="2799638" y="3376794"/>
                </a:lnTo>
                <a:lnTo>
                  <a:pt x="2871431" y="3377904"/>
                </a:lnTo>
                <a:lnTo>
                  <a:pt x="2942317" y="3388783"/>
                </a:lnTo>
                <a:lnTo>
                  <a:pt x="3008833" y="3415264"/>
                </a:lnTo>
                <a:lnTo>
                  <a:pt x="3063889" y="3460820"/>
                </a:lnTo>
                <a:lnTo>
                  <a:pt x="3100648" y="3522160"/>
                </a:lnTo>
                <a:lnTo>
                  <a:pt x="3119391" y="3591325"/>
                </a:lnTo>
                <a:lnTo>
                  <a:pt x="3124787" y="3662867"/>
                </a:lnTo>
                <a:lnTo>
                  <a:pt x="3124795" y="3734683"/>
                </a:lnTo>
                <a:lnTo>
                  <a:pt x="3124795" y="3806501"/>
                </a:lnTo>
                <a:lnTo>
                  <a:pt x="3124795" y="3878318"/>
                </a:lnTo>
                <a:lnTo>
                  <a:pt x="3124795" y="3950136"/>
                </a:lnTo>
                <a:lnTo>
                  <a:pt x="3124795" y="4021954"/>
                </a:lnTo>
                <a:lnTo>
                  <a:pt x="3124795" y="4093771"/>
                </a:lnTo>
                <a:lnTo>
                  <a:pt x="3124795" y="4165589"/>
                </a:lnTo>
                <a:lnTo>
                  <a:pt x="3124795" y="4237406"/>
                </a:lnTo>
                <a:lnTo>
                  <a:pt x="3124795" y="4309224"/>
                </a:lnTo>
                <a:lnTo>
                  <a:pt x="3124795" y="4381041"/>
                </a:lnTo>
                <a:lnTo>
                  <a:pt x="3124795" y="4452859"/>
                </a:lnTo>
                <a:lnTo>
                  <a:pt x="3124795" y="4524675"/>
                </a:lnTo>
                <a:lnTo>
                  <a:pt x="3124795" y="4596493"/>
                </a:lnTo>
                <a:lnTo>
                  <a:pt x="3124795" y="4668310"/>
                </a:lnTo>
                <a:lnTo>
                  <a:pt x="3124795" y="4740127"/>
                </a:lnTo>
                <a:lnTo>
                  <a:pt x="3124795" y="4811944"/>
                </a:lnTo>
                <a:lnTo>
                  <a:pt x="3124795" y="4883762"/>
                </a:lnTo>
                <a:lnTo>
                  <a:pt x="3124795" y="4955579"/>
                </a:lnTo>
                <a:lnTo>
                  <a:pt x="3124795" y="5027397"/>
                </a:lnTo>
                <a:lnTo>
                  <a:pt x="3124795" y="5099214"/>
                </a:lnTo>
                <a:lnTo>
                  <a:pt x="3124795" y="5171032"/>
                </a:lnTo>
                <a:lnTo>
                  <a:pt x="3124795" y="5242849"/>
                </a:lnTo>
                <a:lnTo>
                  <a:pt x="3124795" y="5314667"/>
                </a:lnTo>
                <a:lnTo>
                  <a:pt x="3124795" y="5386484"/>
                </a:lnTo>
                <a:lnTo>
                  <a:pt x="3124795" y="5458302"/>
                </a:lnTo>
                <a:lnTo>
                  <a:pt x="3124795" y="5530118"/>
                </a:lnTo>
                <a:lnTo>
                  <a:pt x="3124795" y="5601936"/>
                </a:lnTo>
                <a:lnTo>
                  <a:pt x="3124795" y="5673753"/>
                </a:lnTo>
                <a:lnTo>
                  <a:pt x="3124795" y="5745571"/>
                </a:lnTo>
                <a:lnTo>
                  <a:pt x="3124795" y="5817387"/>
                </a:lnTo>
                <a:lnTo>
                  <a:pt x="3124795" y="5889205"/>
                </a:lnTo>
                <a:lnTo>
                  <a:pt x="3124795" y="5961022"/>
                </a:lnTo>
                <a:lnTo>
                  <a:pt x="3124795" y="6032840"/>
                </a:lnTo>
                <a:lnTo>
                  <a:pt x="3124795" y="6104657"/>
                </a:lnTo>
                <a:lnTo>
                  <a:pt x="3124795" y="6176475"/>
                </a:lnTo>
                <a:lnTo>
                  <a:pt x="3124795" y="6248292"/>
                </a:lnTo>
                <a:lnTo>
                  <a:pt x="3124795" y="6320110"/>
                </a:lnTo>
                <a:lnTo>
                  <a:pt x="3124795" y="6391927"/>
                </a:lnTo>
                <a:lnTo>
                  <a:pt x="3124795" y="6463744"/>
                </a:lnTo>
                <a:lnTo>
                  <a:pt x="3124795" y="6535561"/>
                </a:lnTo>
                <a:lnTo>
                  <a:pt x="3124795" y="6607379"/>
                </a:lnTo>
                <a:lnTo>
                  <a:pt x="3124795" y="6679196"/>
                </a:lnTo>
                <a:lnTo>
                  <a:pt x="3124795" y="6751014"/>
                </a:lnTo>
                <a:lnTo>
                  <a:pt x="3124795" y="6822831"/>
                </a:lnTo>
                <a:lnTo>
                  <a:pt x="3125449" y="6894634"/>
                </a:lnTo>
                <a:lnTo>
                  <a:pt x="3144700" y="6963157"/>
                </a:lnTo>
                <a:lnTo>
                  <a:pt x="3198711" y="7008411"/>
                </a:lnTo>
                <a:lnTo>
                  <a:pt x="3269160" y="7019990"/>
                </a:lnTo>
                <a:lnTo>
                  <a:pt x="3340977" y="7019990"/>
                </a:lnTo>
                <a:lnTo>
                  <a:pt x="3412795" y="7019990"/>
                </a:lnTo>
              </a:path>
            </a:pathLst>
          </a:custGeom>
          <a:noFill/>
          <a:ln w="39600">
            <a:solidFill>
              <a:srgbClr val="A79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ble"/>
          <p:cNvSpPr/>
          <p:nvPr/>
        </p:nvSpPr>
        <p:spPr>
          <a:xfrm>
            <a:off x="8521188" y="26634563"/>
            <a:ext cx="568799" cy="39600"/>
          </a:xfrm>
          <a:prstGeom prst="rect">
            <a:avLst/>
          </a:prstGeom>
          <a:solidFill>
            <a:srgbClr val="A79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ble"/>
          <p:cNvSpPr/>
          <p:nvPr/>
        </p:nvSpPr>
        <p:spPr>
          <a:xfrm>
            <a:off x="18944613" y="26634563"/>
            <a:ext cx="568799" cy="39600"/>
          </a:xfrm>
          <a:prstGeom prst="rect">
            <a:avLst/>
          </a:prstGeom>
          <a:solidFill>
            <a:srgbClr val="A79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ble"/>
          <p:cNvSpPr/>
          <p:nvPr/>
        </p:nvSpPr>
        <p:spPr>
          <a:xfrm>
            <a:off x="579599" y="33463033"/>
            <a:ext cx="8178828" cy="5288393"/>
          </a:xfrm>
          <a:custGeom>
            <a:avLst/>
            <a:gdLst/>
            <a:ahLst/>
            <a:cxnLst/>
            <a:rect l="l" t="t" r="r" b="b"/>
            <a:pathLst>
              <a:path w="8178828" h="5288393">
                <a:moveTo>
                  <a:pt x="7980828" y="0"/>
                </a:moveTo>
                <a:lnTo>
                  <a:pt x="8052615" y="0"/>
                </a:lnTo>
                <a:lnTo>
                  <a:pt x="8123738" y="6396"/>
                </a:lnTo>
                <a:lnTo>
                  <a:pt x="8172509" y="55307"/>
                </a:lnTo>
                <a:lnTo>
                  <a:pt x="8178828" y="126444"/>
                </a:lnTo>
                <a:lnTo>
                  <a:pt x="8178828" y="198231"/>
                </a:lnTo>
                <a:lnTo>
                  <a:pt x="8178828" y="270017"/>
                </a:lnTo>
                <a:lnTo>
                  <a:pt x="8178828" y="341804"/>
                </a:lnTo>
                <a:lnTo>
                  <a:pt x="8178828" y="413591"/>
                </a:lnTo>
                <a:lnTo>
                  <a:pt x="8178828" y="485375"/>
                </a:lnTo>
                <a:lnTo>
                  <a:pt x="8178828" y="557162"/>
                </a:lnTo>
                <a:lnTo>
                  <a:pt x="8178828" y="628949"/>
                </a:lnTo>
                <a:lnTo>
                  <a:pt x="8178828" y="700736"/>
                </a:lnTo>
                <a:lnTo>
                  <a:pt x="8178828" y="772522"/>
                </a:lnTo>
                <a:lnTo>
                  <a:pt x="8178828" y="844309"/>
                </a:lnTo>
                <a:lnTo>
                  <a:pt x="8178828" y="916096"/>
                </a:lnTo>
                <a:lnTo>
                  <a:pt x="8178828" y="987883"/>
                </a:lnTo>
                <a:lnTo>
                  <a:pt x="8178828" y="1059667"/>
                </a:lnTo>
                <a:lnTo>
                  <a:pt x="8178828" y="1131454"/>
                </a:lnTo>
                <a:lnTo>
                  <a:pt x="8178828" y="1203241"/>
                </a:lnTo>
                <a:lnTo>
                  <a:pt x="8178828" y="1275028"/>
                </a:lnTo>
                <a:lnTo>
                  <a:pt x="8178828" y="1346814"/>
                </a:lnTo>
                <a:lnTo>
                  <a:pt x="8178828" y="1418601"/>
                </a:lnTo>
                <a:lnTo>
                  <a:pt x="8178828" y="1490388"/>
                </a:lnTo>
                <a:lnTo>
                  <a:pt x="8178828" y="1562172"/>
                </a:lnTo>
                <a:lnTo>
                  <a:pt x="8178828" y="1633959"/>
                </a:lnTo>
                <a:lnTo>
                  <a:pt x="8178828" y="1705746"/>
                </a:lnTo>
                <a:lnTo>
                  <a:pt x="8178828" y="1777533"/>
                </a:lnTo>
                <a:lnTo>
                  <a:pt x="8178828" y="1849320"/>
                </a:lnTo>
                <a:lnTo>
                  <a:pt x="8178828" y="1921106"/>
                </a:lnTo>
                <a:lnTo>
                  <a:pt x="8178828" y="1992893"/>
                </a:lnTo>
                <a:lnTo>
                  <a:pt x="8178828" y="2064680"/>
                </a:lnTo>
                <a:lnTo>
                  <a:pt x="8178654" y="2136464"/>
                </a:lnTo>
                <a:lnTo>
                  <a:pt x="8167887" y="2207221"/>
                </a:lnTo>
                <a:lnTo>
                  <a:pt x="8133299" y="2269434"/>
                </a:lnTo>
                <a:lnTo>
                  <a:pt x="8073839" y="2308444"/>
                </a:lnTo>
                <a:lnTo>
                  <a:pt x="8003679" y="2322368"/>
                </a:lnTo>
                <a:lnTo>
                  <a:pt x="7931908" y="2323076"/>
                </a:lnTo>
                <a:lnTo>
                  <a:pt x="7860121" y="2323076"/>
                </a:lnTo>
                <a:lnTo>
                  <a:pt x="7788335" y="2323076"/>
                </a:lnTo>
                <a:lnTo>
                  <a:pt x="7716548" y="2323076"/>
                </a:lnTo>
                <a:lnTo>
                  <a:pt x="7644762" y="2323076"/>
                </a:lnTo>
                <a:lnTo>
                  <a:pt x="7572975" y="2323076"/>
                </a:lnTo>
                <a:lnTo>
                  <a:pt x="7501189" y="2323076"/>
                </a:lnTo>
                <a:lnTo>
                  <a:pt x="7429402" y="2323076"/>
                </a:lnTo>
                <a:lnTo>
                  <a:pt x="7357616" y="2323076"/>
                </a:lnTo>
                <a:lnTo>
                  <a:pt x="7285829" y="2323076"/>
                </a:lnTo>
                <a:lnTo>
                  <a:pt x="7214043" y="2323076"/>
                </a:lnTo>
                <a:lnTo>
                  <a:pt x="7142257" y="2323076"/>
                </a:lnTo>
                <a:lnTo>
                  <a:pt x="7070470" y="2323076"/>
                </a:lnTo>
                <a:lnTo>
                  <a:pt x="6998683" y="2323076"/>
                </a:lnTo>
                <a:lnTo>
                  <a:pt x="6926897" y="2323076"/>
                </a:lnTo>
                <a:lnTo>
                  <a:pt x="6855111" y="2323076"/>
                </a:lnTo>
                <a:lnTo>
                  <a:pt x="6783324" y="2323076"/>
                </a:lnTo>
                <a:lnTo>
                  <a:pt x="6711538" y="2323076"/>
                </a:lnTo>
                <a:lnTo>
                  <a:pt x="6639751" y="2323076"/>
                </a:lnTo>
                <a:lnTo>
                  <a:pt x="6567965" y="2323076"/>
                </a:lnTo>
                <a:lnTo>
                  <a:pt x="6496178" y="2323076"/>
                </a:lnTo>
                <a:lnTo>
                  <a:pt x="6424392" y="2323076"/>
                </a:lnTo>
                <a:lnTo>
                  <a:pt x="6352605" y="2323076"/>
                </a:lnTo>
                <a:lnTo>
                  <a:pt x="6280819" y="2323076"/>
                </a:lnTo>
                <a:lnTo>
                  <a:pt x="6209032" y="2323076"/>
                </a:lnTo>
                <a:lnTo>
                  <a:pt x="6137246" y="2323076"/>
                </a:lnTo>
                <a:lnTo>
                  <a:pt x="6065459" y="2323076"/>
                </a:lnTo>
                <a:lnTo>
                  <a:pt x="5993673" y="2323076"/>
                </a:lnTo>
                <a:lnTo>
                  <a:pt x="5921886" y="2323076"/>
                </a:lnTo>
                <a:lnTo>
                  <a:pt x="5850100" y="2323076"/>
                </a:lnTo>
                <a:lnTo>
                  <a:pt x="5778313" y="2323076"/>
                </a:lnTo>
                <a:lnTo>
                  <a:pt x="5706527" y="2323076"/>
                </a:lnTo>
                <a:lnTo>
                  <a:pt x="5634740" y="2323076"/>
                </a:lnTo>
                <a:lnTo>
                  <a:pt x="5562954" y="2323076"/>
                </a:lnTo>
                <a:lnTo>
                  <a:pt x="5491168" y="2323076"/>
                </a:lnTo>
                <a:lnTo>
                  <a:pt x="5419381" y="2323076"/>
                </a:lnTo>
                <a:lnTo>
                  <a:pt x="5347595" y="2323076"/>
                </a:lnTo>
                <a:lnTo>
                  <a:pt x="5275808" y="2323076"/>
                </a:lnTo>
                <a:lnTo>
                  <a:pt x="5204022" y="2323076"/>
                </a:lnTo>
                <a:lnTo>
                  <a:pt x="5132235" y="2323076"/>
                </a:lnTo>
                <a:lnTo>
                  <a:pt x="5060449" y="2323076"/>
                </a:lnTo>
                <a:lnTo>
                  <a:pt x="4988662" y="2323076"/>
                </a:lnTo>
                <a:lnTo>
                  <a:pt x="4916876" y="2323076"/>
                </a:lnTo>
                <a:lnTo>
                  <a:pt x="4845089" y="2323076"/>
                </a:lnTo>
                <a:lnTo>
                  <a:pt x="4773303" y="2323076"/>
                </a:lnTo>
                <a:lnTo>
                  <a:pt x="4701516" y="2323076"/>
                </a:lnTo>
                <a:lnTo>
                  <a:pt x="4629730" y="2323076"/>
                </a:lnTo>
                <a:lnTo>
                  <a:pt x="4557943" y="2323076"/>
                </a:lnTo>
                <a:lnTo>
                  <a:pt x="4486157" y="2323076"/>
                </a:lnTo>
                <a:lnTo>
                  <a:pt x="4414370" y="2323076"/>
                </a:lnTo>
                <a:lnTo>
                  <a:pt x="4342584" y="2323076"/>
                </a:lnTo>
                <a:lnTo>
                  <a:pt x="4270797" y="2323076"/>
                </a:lnTo>
                <a:lnTo>
                  <a:pt x="4199011" y="2323076"/>
                </a:lnTo>
                <a:lnTo>
                  <a:pt x="4127225" y="2323076"/>
                </a:lnTo>
                <a:lnTo>
                  <a:pt x="4055438" y="2323076"/>
                </a:lnTo>
                <a:lnTo>
                  <a:pt x="3983651" y="2323076"/>
                </a:lnTo>
                <a:lnTo>
                  <a:pt x="3911865" y="2323076"/>
                </a:lnTo>
                <a:lnTo>
                  <a:pt x="3840078" y="2323076"/>
                </a:lnTo>
                <a:lnTo>
                  <a:pt x="3768292" y="2323076"/>
                </a:lnTo>
                <a:lnTo>
                  <a:pt x="3696506" y="2323076"/>
                </a:lnTo>
                <a:lnTo>
                  <a:pt x="3624719" y="2323076"/>
                </a:lnTo>
                <a:lnTo>
                  <a:pt x="3552933" y="2323076"/>
                </a:lnTo>
                <a:lnTo>
                  <a:pt x="3481146" y="2323076"/>
                </a:lnTo>
                <a:lnTo>
                  <a:pt x="3409360" y="2323076"/>
                </a:lnTo>
                <a:lnTo>
                  <a:pt x="3337573" y="2323076"/>
                </a:lnTo>
                <a:lnTo>
                  <a:pt x="3265787" y="2323076"/>
                </a:lnTo>
                <a:lnTo>
                  <a:pt x="3194000" y="2323076"/>
                </a:lnTo>
                <a:lnTo>
                  <a:pt x="3122214" y="2323076"/>
                </a:lnTo>
                <a:lnTo>
                  <a:pt x="3050427" y="2323076"/>
                </a:lnTo>
                <a:lnTo>
                  <a:pt x="2978641" y="2323076"/>
                </a:lnTo>
                <a:lnTo>
                  <a:pt x="2906854" y="2323076"/>
                </a:lnTo>
                <a:lnTo>
                  <a:pt x="2835068" y="2323076"/>
                </a:lnTo>
                <a:lnTo>
                  <a:pt x="2763281" y="2323076"/>
                </a:lnTo>
                <a:lnTo>
                  <a:pt x="2691495" y="2323076"/>
                </a:lnTo>
                <a:lnTo>
                  <a:pt x="2619708" y="2323076"/>
                </a:lnTo>
                <a:lnTo>
                  <a:pt x="2547922" y="2323076"/>
                </a:lnTo>
                <a:lnTo>
                  <a:pt x="2476135" y="2323076"/>
                </a:lnTo>
                <a:lnTo>
                  <a:pt x="2404349" y="2323076"/>
                </a:lnTo>
                <a:lnTo>
                  <a:pt x="2332563" y="2323076"/>
                </a:lnTo>
                <a:lnTo>
                  <a:pt x="2260776" y="2323076"/>
                </a:lnTo>
                <a:lnTo>
                  <a:pt x="2188990" y="2323076"/>
                </a:lnTo>
                <a:lnTo>
                  <a:pt x="2117203" y="2323076"/>
                </a:lnTo>
                <a:lnTo>
                  <a:pt x="2045417" y="2323076"/>
                </a:lnTo>
                <a:lnTo>
                  <a:pt x="1973630" y="2323076"/>
                </a:lnTo>
                <a:lnTo>
                  <a:pt x="1901844" y="2323076"/>
                </a:lnTo>
                <a:lnTo>
                  <a:pt x="1830057" y="2323076"/>
                </a:lnTo>
                <a:lnTo>
                  <a:pt x="1758271" y="2323076"/>
                </a:lnTo>
                <a:lnTo>
                  <a:pt x="1686484" y="2323076"/>
                </a:lnTo>
                <a:lnTo>
                  <a:pt x="1614698" y="2323076"/>
                </a:lnTo>
                <a:lnTo>
                  <a:pt x="1542911" y="2323076"/>
                </a:lnTo>
                <a:lnTo>
                  <a:pt x="1471125" y="2323076"/>
                </a:lnTo>
                <a:lnTo>
                  <a:pt x="1399338" y="2323076"/>
                </a:lnTo>
                <a:lnTo>
                  <a:pt x="1327552" y="2323076"/>
                </a:lnTo>
                <a:lnTo>
                  <a:pt x="1255765" y="2323076"/>
                </a:lnTo>
                <a:lnTo>
                  <a:pt x="1183979" y="2323076"/>
                </a:lnTo>
                <a:lnTo>
                  <a:pt x="1112193" y="2323076"/>
                </a:lnTo>
                <a:lnTo>
                  <a:pt x="1040406" y="2323076"/>
                </a:lnTo>
                <a:lnTo>
                  <a:pt x="968619" y="2323076"/>
                </a:lnTo>
                <a:lnTo>
                  <a:pt x="896834" y="2323076"/>
                </a:lnTo>
                <a:lnTo>
                  <a:pt x="825047" y="2323076"/>
                </a:lnTo>
                <a:lnTo>
                  <a:pt x="753260" y="2323076"/>
                </a:lnTo>
                <a:lnTo>
                  <a:pt x="681473" y="2323076"/>
                </a:lnTo>
                <a:lnTo>
                  <a:pt x="609688" y="2323076"/>
                </a:lnTo>
                <a:lnTo>
                  <a:pt x="537901" y="2323076"/>
                </a:lnTo>
                <a:lnTo>
                  <a:pt x="466114" y="2323076"/>
                </a:lnTo>
                <a:lnTo>
                  <a:pt x="394327" y="2323076"/>
                </a:lnTo>
                <a:lnTo>
                  <a:pt x="322542" y="2323076"/>
                </a:lnTo>
                <a:lnTo>
                  <a:pt x="250755" y="2323076"/>
                </a:lnTo>
                <a:lnTo>
                  <a:pt x="178978" y="2323563"/>
                </a:lnTo>
                <a:lnTo>
                  <a:pt x="108596" y="2336404"/>
                </a:lnTo>
                <a:lnTo>
                  <a:pt x="48164" y="2373931"/>
                </a:lnTo>
                <a:lnTo>
                  <a:pt x="12105" y="2435277"/>
                </a:lnTo>
                <a:lnTo>
                  <a:pt x="317" y="2505857"/>
                </a:lnTo>
                <a:lnTo>
                  <a:pt x="0" y="2577640"/>
                </a:lnTo>
                <a:lnTo>
                  <a:pt x="0" y="2649424"/>
                </a:lnTo>
                <a:lnTo>
                  <a:pt x="0" y="2721211"/>
                </a:lnTo>
                <a:lnTo>
                  <a:pt x="0" y="2792998"/>
                </a:lnTo>
                <a:lnTo>
                  <a:pt x="0" y="2864782"/>
                </a:lnTo>
                <a:lnTo>
                  <a:pt x="0" y="2936571"/>
                </a:lnTo>
                <a:lnTo>
                  <a:pt x="0" y="3008356"/>
                </a:lnTo>
                <a:lnTo>
                  <a:pt x="0" y="3080145"/>
                </a:lnTo>
                <a:lnTo>
                  <a:pt x="0" y="3151929"/>
                </a:lnTo>
                <a:lnTo>
                  <a:pt x="0" y="3223716"/>
                </a:lnTo>
                <a:lnTo>
                  <a:pt x="0" y="3295503"/>
                </a:lnTo>
                <a:lnTo>
                  <a:pt x="0" y="3367289"/>
                </a:lnTo>
                <a:lnTo>
                  <a:pt x="0" y="3439076"/>
                </a:lnTo>
                <a:lnTo>
                  <a:pt x="0" y="3510861"/>
                </a:lnTo>
                <a:lnTo>
                  <a:pt x="0" y="3582650"/>
                </a:lnTo>
                <a:lnTo>
                  <a:pt x="0" y="3654434"/>
                </a:lnTo>
                <a:lnTo>
                  <a:pt x="0" y="3726223"/>
                </a:lnTo>
                <a:lnTo>
                  <a:pt x="0" y="3798008"/>
                </a:lnTo>
                <a:lnTo>
                  <a:pt x="0" y="3869792"/>
                </a:lnTo>
                <a:lnTo>
                  <a:pt x="0" y="3941581"/>
                </a:lnTo>
                <a:lnTo>
                  <a:pt x="0" y="4013366"/>
                </a:lnTo>
                <a:lnTo>
                  <a:pt x="0" y="4085155"/>
                </a:lnTo>
                <a:lnTo>
                  <a:pt x="0" y="4156939"/>
                </a:lnTo>
                <a:lnTo>
                  <a:pt x="0" y="4228728"/>
                </a:lnTo>
                <a:lnTo>
                  <a:pt x="0" y="4300513"/>
                </a:lnTo>
                <a:lnTo>
                  <a:pt x="0" y="4372298"/>
                </a:lnTo>
                <a:lnTo>
                  <a:pt x="0" y="4444087"/>
                </a:lnTo>
                <a:lnTo>
                  <a:pt x="0" y="4515871"/>
                </a:lnTo>
                <a:lnTo>
                  <a:pt x="0" y="4587660"/>
                </a:lnTo>
                <a:lnTo>
                  <a:pt x="0" y="4659445"/>
                </a:lnTo>
                <a:lnTo>
                  <a:pt x="0" y="4731234"/>
                </a:lnTo>
                <a:lnTo>
                  <a:pt x="0" y="4803018"/>
                </a:lnTo>
                <a:lnTo>
                  <a:pt x="0" y="4874803"/>
                </a:lnTo>
                <a:lnTo>
                  <a:pt x="0" y="4946592"/>
                </a:lnTo>
                <a:lnTo>
                  <a:pt x="0" y="5018381"/>
                </a:lnTo>
                <a:lnTo>
                  <a:pt x="0" y="5090165"/>
                </a:lnTo>
                <a:lnTo>
                  <a:pt x="0" y="5161950"/>
                </a:lnTo>
                <a:lnTo>
                  <a:pt x="6320" y="5233088"/>
                </a:lnTo>
                <a:lnTo>
                  <a:pt x="55091" y="5281999"/>
                </a:lnTo>
                <a:lnTo>
                  <a:pt x="126213" y="5288393"/>
                </a:lnTo>
                <a:lnTo>
                  <a:pt x="198000" y="5288393"/>
                </a:lnTo>
              </a:path>
            </a:pathLst>
          </a:custGeom>
          <a:noFill/>
          <a:ln w="39600">
            <a:solidFill>
              <a:srgbClr val="A79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ble"/>
          <p:cNvSpPr/>
          <p:nvPr/>
        </p:nvSpPr>
        <p:spPr>
          <a:xfrm>
            <a:off x="8560427" y="36647948"/>
            <a:ext cx="1072799" cy="2103478"/>
          </a:xfrm>
          <a:custGeom>
            <a:avLst/>
            <a:gdLst/>
            <a:ahLst/>
            <a:cxnLst/>
            <a:rect l="l" t="t" r="r" b="b"/>
            <a:pathLst>
              <a:path w="1072799" h="2103478">
                <a:moveTo>
                  <a:pt x="0" y="2103478"/>
                </a:moveTo>
                <a:lnTo>
                  <a:pt x="70814" y="2103478"/>
                </a:lnTo>
                <a:lnTo>
                  <a:pt x="141628" y="2103478"/>
                </a:lnTo>
                <a:lnTo>
                  <a:pt x="212442" y="2103478"/>
                </a:lnTo>
                <a:lnTo>
                  <a:pt x="283253" y="2103259"/>
                </a:lnTo>
                <a:lnTo>
                  <a:pt x="353526" y="2095331"/>
                </a:lnTo>
                <a:lnTo>
                  <a:pt x="420204" y="2072141"/>
                </a:lnTo>
                <a:lnTo>
                  <a:pt x="476106" y="2029303"/>
                </a:lnTo>
                <a:lnTo>
                  <a:pt x="513343" y="1969481"/>
                </a:lnTo>
                <a:lnTo>
                  <a:pt x="531744" y="1901278"/>
                </a:lnTo>
                <a:lnTo>
                  <a:pt x="536400" y="1830693"/>
                </a:lnTo>
                <a:lnTo>
                  <a:pt x="536400" y="1759879"/>
                </a:lnTo>
                <a:lnTo>
                  <a:pt x="536400" y="1689066"/>
                </a:lnTo>
                <a:lnTo>
                  <a:pt x="536400" y="1618253"/>
                </a:lnTo>
                <a:lnTo>
                  <a:pt x="536400" y="1547435"/>
                </a:lnTo>
                <a:lnTo>
                  <a:pt x="536400" y="1476621"/>
                </a:lnTo>
                <a:lnTo>
                  <a:pt x="536400" y="1405808"/>
                </a:lnTo>
                <a:lnTo>
                  <a:pt x="536400" y="1334995"/>
                </a:lnTo>
                <a:lnTo>
                  <a:pt x="536400" y="1264181"/>
                </a:lnTo>
                <a:lnTo>
                  <a:pt x="536400" y="1193368"/>
                </a:lnTo>
                <a:lnTo>
                  <a:pt x="536400" y="1122555"/>
                </a:lnTo>
                <a:lnTo>
                  <a:pt x="536400" y="1051741"/>
                </a:lnTo>
                <a:lnTo>
                  <a:pt x="536400" y="980928"/>
                </a:lnTo>
                <a:lnTo>
                  <a:pt x="536400" y="910114"/>
                </a:lnTo>
                <a:lnTo>
                  <a:pt x="536400" y="839297"/>
                </a:lnTo>
                <a:lnTo>
                  <a:pt x="536400" y="768483"/>
                </a:lnTo>
                <a:lnTo>
                  <a:pt x="536400" y="697670"/>
                </a:lnTo>
                <a:lnTo>
                  <a:pt x="536400" y="626857"/>
                </a:lnTo>
                <a:lnTo>
                  <a:pt x="536400" y="556043"/>
                </a:lnTo>
                <a:lnTo>
                  <a:pt x="536400" y="485230"/>
                </a:lnTo>
                <a:lnTo>
                  <a:pt x="536400" y="414416"/>
                </a:lnTo>
                <a:lnTo>
                  <a:pt x="536400" y="343603"/>
                </a:lnTo>
                <a:lnTo>
                  <a:pt x="536400" y="272790"/>
                </a:lnTo>
                <a:lnTo>
                  <a:pt x="541054" y="202200"/>
                </a:lnTo>
                <a:lnTo>
                  <a:pt x="559454" y="134000"/>
                </a:lnTo>
                <a:lnTo>
                  <a:pt x="596692" y="74177"/>
                </a:lnTo>
                <a:lnTo>
                  <a:pt x="652595" y="31337"/>
                </a:lnTo>
                <a:lnTo>
                  <a:pt x="719273" y="8149"/>
                </a:lnTo>
                <a:lnTo>
                  <a:pt x="789546" y="228"/>
                </a:lnTo>
                <a:lnTo>
                  <a:pt x="860358" y="0"/>
                </a:lnTo>
                <a:lnTo>
                  <a:pt x="931171" y="0"/>
                </a:lnTo>
                <a:lnTo>
                  <a:pt x="1001985" y="0"/>
                </a:lnTo>
                <a:lnTo>
                  <a:pt x="1072799" y="0"/>
                </a:lnTo>
              </a:path>
            </a:pathLst>
          </a:custGeom>
          <a:noFill/>
          <a:ln w="72000">
            <a:solidFill>
              <a:srgbClr val="A79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ble"/>
          <p:cNvSpPr/>
          <p:nvPr/>
        </p:nvSpPr>
        <p:spPr>
          <a:xfrm>
            <a:off x="20717610" y="36628148"/>
            <a:ext cx="784798" cy="39600"/>
          </a:xfrm>
          <a:prstGeom prst="rect">
            <a:avLst/>
          </a:prstGeom>
          <a:solidFill>
            <a:srgbClr val="A79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logo" descr="logo_fc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5938" y="1493937"/>
            <a:ext cx="3095923" cy="3095923"/>
          </a:xfrm>
          <a:prstGeom prst="rect">
            <a:avLst/>
          </a:prstGeom>
        </p:spPr>
      </p:pic>
      <p:grpSp>
        <p:nvGrpSpPr>
          <p:cNvPr id="32" name="autores"/>
          <p:cNvGrpSpPr/>
          <p:nvPr/>
        </p:nvGrpSpPr>
        <p:grpSpPr>
          <a:xfrm>
            <a:off x="14435882" y="1187946"/>
            <a:ext cx="11448008" cy="3743920"/>
            <a:chOff x="14435882" y="1187946"/>
            <a:chExt cx="11448008" cy="3743920"/>
          </a:xfrm>
        </p:grpSpPr>
        <p:sp>
          <p:nvSpPr>
            <p:cNvPr id="33" name="parm"/>
            <p:cNvSpPr/>
            <p:nvPr/>
          </p:nvSpPr>
          <p:spPr>
            <a:xfrm>
              <a:off x="14435882" y="1187946"/>
              <a:ext cx="11447859" cy="3743920"/>
            </a:xfrm>
            <a:prstGeom prst="rect">
              <a:avLst/>
            </a:prstGeom>
            <a:solidFill>
              <a:srgbClr val="2E2E2E"/>
            </a:solidFill>
            <a:ln w="9525">
              <a:solidFill>
                <a:srgbClr val="4A4A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4" name="parmhead"/>
            <p:cNvSpPr/>
            <p:nvPr/>
          </p:nvSpPr>
          <p:spPr>
            <a:xfrm>
              <a:off x="14435882" y="1187946"/>
              <a:ext cx="11447859" cy="359866"/>
            </a:xfrm>
            <a:prstGeom prst="rect">
              <a:avLst/>
            </a:prstGeom>
            <a:solidFill>
              <a:srgbClr val="3A3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5" name="parmhead"/>
            <p:cNvSpPr txBox="1"/>
            <p:nvPr/>
          </p:nvSpPr>
          <p:spPr>
            <a:xfrm>
              <a:off x="14435882" y="1187946"/>
              <a:ext cx="11447859" cy="359866"/>
            </a:xfrm>
            <a:prstGeom prst="rect">
              <a:avLst/>
            </a:prstGeom>
            <a:noFill/>
          </p:spPr>
          <p:txBody>
            <a:bodyPr wrap="square" lIns="180000" rIns="0" tIns="0" bIns="0" anchor="ctr"/>
            <a:lstStyle/>
            <a:p>
              <a:pPr algn="l">
                <a:lnSpc>
                  <a:spcPct val="100000"/>
                </a:lnSpc>
              </a:pPr>
              <a:r>
                <a:rPr sz="1587" b="0">
                  <a:solidFill>
                    <a:srgbClr val="E0E0E0"/>
                  </a:solidFill>
                  <a:latin typeface="IBM Plex Mono"/>
                </a:rPr>
                <a:t>autores</a:t>
              </a:r>
            </a:p>
          </p:txBody>
        </p:sp>
        <p:pic>
          <p:nvPicPr>
            <p:cNvPr id="36" name="Picture 35" descr="el1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651980" y="1713458"/>
              <a:ext cx="575965" cy="575965"/>
            </a:xfrm>
            <a:prstGeom prst="rect">
              <a:avLst/>
            </a:prstGeom>
          </p:spPr>
        </p:pic>
        <p:sp>
          <p:nvSpPr>
            <p:cNvPr id="37" name="aname"/>
            <p:cNvSpPr txBox="1"/>
            <p:nvPr/>
          </p:nvSpPr>
          <p:spPr>
            <a:xfrm>
              <a:off x="15443895" y="1634282"/>
              <a:ext cx="10439995" cy="411807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2948" b="1">
                  <a:solidFill>
                    <a:srgbClr val="F0F0F0"/>
                  </a:solidFill>
                  <a:latin typeface="Inter"/>
                </a:rPr>
                <a:t>Matías D'Angelo</a:t>
              </a:r>
            </a:p>
          </p:txBody>
        </p:sp>
        <p:sp>
          <p:nvSpPr>
            <p:cNvPr id="38" name="amail"/>
            <p:cNvSpPr txBox="1"/>
            <p:nvPr/>
          </p:nvSpPr>
          <p:spPr>
            <a:xfrm>
              <a:off x="15443895" y="2109490"/>
              <a:ext cx="10439995" cy="261193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1870" b="0">
                  <a:solidFill>
                    <a:srgbClr val="9FD0FF"/>
                  </a:solidFill>
                  <a:latin typeface="IBM Plex Mono"/>
                </a:rPr>
                <a:t>matidangelo8@gmail.com</a:t>
              </a:r>
            </a:p>
          </p:txBody>
        </p:sp>
        <p:pic>
          <p:nvPicPr>
            <p:cNvPr id="39" name="Picture 38" descr="el1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651980" y="2793504"/>
              <a:ext cx="575965" cy="575965"/>
            </a:xfrm>
            <a:prstGeom prst="rect">
              <a:avLst/>
            </a:prstGeom>
          </p:spPr>
        </p:pic>
        <p:sp>
          <p:nvSpPr>
            <p:cNvPr id="40" name="aname"/>
            <p:cNvSpPr txBox="1"/>
            <p:nvPr/>
          </p:nvSpPr>
          <p:spPr>
            <a:xfrm>
              <a:off x="15443895" y="2714327"/>
              <a:ext cx="10439995" cy="411807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2948" b="1">
                  <a:solidFill>
                    <a:srgbClr val="F0F0F0"/>
                  </a:solidFill>
                  <a:latin typeface="Inter"/>
                </a:rPr>
                <a:t>Oliverio Starosta</a:t>
              </a:r>
            </a:p>
          </p:txBody>
        </p:sp>
        <p:sp>
          <p:nvSpPr>
            <p:cNvPr id="41" name="amail"/>
            <p:cNvSpPr txBox="1"/>
            <p:nvPr/>
          </p:nvSpPr>
          <p:spPr>
            <a:xfrm>
              <a:off x="15443895" y="3189536"/>
              <a:ext cx="10439995" cy="261193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1870" b="0">
                  <a:solidFill>
                    <a:srgbClr val="9FD0FF"/>
                  </a:solidFill>
                  <a:latin typeface="IBM Plex Mono"/>
                </a:rPr>
                <a:t>oliveriostarosta@gmail.com</a:t>
              </a:r>
            </a:p>
          </p:txBody>
        </p:sp>
        <p:pic>
          <p:nvPicPr>
            <p:cNvPr id="42" name="Picture 41" descr="el1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651980" y="3873550"/>
              <a:ext cx="575965" cy="575965"/>
            </a:xfrm>
            <a:prstGeom prst="rect">
              <a:avLst/>
            </a:prstGeom>
          </p:spPr>
        </p:pic>
        <p:sp>
          <p:nvSpPr>
            <p:cNvPr id="43" name="aname"/>
            <p:cNvSpPr txBox="1"/>
            <p:nvPr/>
          </p:nvSpPr>
          <p:spPr>
            <a:xfrm>
              <a:off x="15443895" y="3794373"/>
              <a:ext cx="10439995" cy="411807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2948" b="1">
                  <a:solidFill>
                    <a:srgbClr val="F0F0F0"/>
                  </a:solidFill>
                  <a:latin typeface="Inter"/>
                </a:rPr>
                <a:t>Lenny Stratas</a:t>
              </a:r>
            </a:p>
          </p:txBody>
        </p:sp>
        <p:sp>
          <p:nvSpPr>
            <p:cNvPr id="44" name="amail"/>
            <p:cNvSpPr txBox="1"/>
            <p:nvPr/>
          </p:nvSpPr>
          <p:spPr>
            <a:xfrm>
              <a:off x="15443895" y="4269581"/>
              <a:ext cx="10439995" cy="261193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1870" b="0">
                  <a:solidFill>
                    <a:srgbClr val="9FD0FF"/>
                  </a:solidFill>
                  <a:latin typeface="IBM Plex Mono"/>
                </a:rPr>
                <a:t>lennystratas@gmail.com</a:t>
              </a:r>
            </a:p>
          </p:txBody>
        </p:sp>
      </p:grpSp>
      <p:grpSp>
        <p:nvGrpSpPr>
          <p:cNvPr id="45" name="titulo"/>
          <p:cNvGrpSpPr/>
          <p:nvPr/>
        </p:nvGrpSpPr>
        <p:grpSpPr>
          <a:xfrm>
            <a:off x="935980" y="1367879"/>
            <a:ext cx="13067854" cy="3208139"/>
            <a:chOff x="935980" y="1367879"/>
            <a:chExt cx="13067854" cy="3208139"/>
          </a:xfrm>
        </p:grpSpPr>
        <p:sp>
          <p:nvSpPr>
            <p:cNvPr id="46" name="title"/>
            <p:cNvSpPr txBox="1"/>
            <p:nvPr/>
          </p:nvSpPr>
          <p:spPr>
            <a:xfrm>
              <a:off x="935980" y="1367879"/>
              <a:ext cx="13067854" cy="1900535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6803" b="1">
                  <a:solidFill>
                    <a:srgbClr val="F2F2F2"/>
                  </a:solidFill>
                  <a:latin typeface="Inter"/>
                </a:rPr>
                <a:t>Estudio de un vórtice con</a:t>
              </a:r>
            </a:p>
            <a:p>
              <a:pPr algn="l">
                <a:lnSpc>
                  <a:spcPct val="110000"/>
                </a:lnSpc>
              </a:pPr>
              <a:r>
                <a:rPr sz="6803" b="1">
                  <a:solidFill>
                    <a:srgbClr val="F2F2F2"/>
                  </a:solidFill>
                  <a:latin typeface="Inter"/>
                </a:rPr>
                <a:t>velocimetría por imágenes</a:t>
              </a:r>
            </a:p>
          </p:txBody>
        </p:sp>
        <p:sp>
          <p:nvSpPr>
            <p:cNvPr id="47" name="authors"/>
            <p:cNvSpPr txBox="1"/>
            <p:nvPr/>
          </p:nvSpPr>
          <p:spPr>
            <a:xfrm>
              <a:off x="935980" y="3671888"/>
              <a:ext cx="13067854" cy="414635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20000"/>
                </a:lnSpc>
              </a:pPr>
              <a:r>
                <a:rPr sz="2721" b="1">
                  <a:solidFill>
                    <a:srgbClr val="E6E6E6"/>
                  </a:solidFill>
                  <a:latin typeface="Inter"/>
                </a:rPr>
                <a:t>Laboratorio 5 · Larrotonda, Grupo 7</a:t>
              </a:r>
            </a:p>
          </p:txBody>
        </p:sp>
        <p:sp>
          <p:nvSpPr>
            <p:cNvPr id="48" name="affil"/>
            <p:cNvSpPr txBox="1"/>
            <p:nvPr/>
          </p:nvSpPr>
          <p:spPr>
            <a:xfrm>
              <a:off x="935980" y="4247852"/>
              <a:ext cx="13067854" cy="328166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20000"/>
                </a:lnSpc>
              </a:pPr>
              <a:r>
                <a:rPr sz="2154" b="0">
                  <a:solidFill>
                    <a:srgbClr val="9A9A9A"/>
                  </a:solidFill>
                  <a:latin typeface="Inter"/>
                </a:rPr>
                <a:t>Facultad de Ciencias Exactas y Naturales, Universidad de Buenos Aires</a:t>
              </a:r>
            </a:p>
          </p:txBody>
        </p:sp>
      </p:grpSp>
      <p:pic>
        <p:nvPicPr>
          <p:cNvPr id="49" name="nodo: MONTAJE" descr="nodo_MONTAJ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428" y="6230541"/>
            <a:ext cx="5240089" cy="5394722"/>
          </a:xfrm>
          <a:prstGeom prst="rect">
            <a:avLst/>
          </a:prstGeom>
        </p:spPr>
      </p:pic>
      <p:pic>
        <p:nvPicPr>
          <p:cNvPr id="50" name="figura MONTAJE" descr="el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131" y="6501557"/>
            <a:ext cx="4463951" cy="4463951"/>
          </a:xfrm>
          <a:prstGeom prst="rect">
            <a:avLst/>
          </a:prstGeom>
        </p:spPr>
      </p:pic>
      <p:pic>
        <p:nvPicPr>
          <p:cNvPr id="51" name="nodo: ORIGINAL" descr="nodo_ORIGIN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709" y="6230541"/>
            <a:ext cx="5239941" cy="5394722"/>
          </a:xfrm>
          <a:prstGeom prst="rect">
            <a:avLst/>
          </a:prstGeom>
        </p:spPr>
      </p:pic>
      <p:pic>
        <p:nvPicPr>
          <p:cNvPr id="52" name="figura ORIGINAL" descr="OG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6379" y="6429524"/>
            <a:ext cx="4607868" cy="4607868"/>
          </a:xfrm>
          <a:prstGeom prst="rect">
            <a:avLst/>
          </a:prstGeom>
        </p:spPr>
      </p:pic>
      <p:pic>
        <p:nvPicPr>
          <p:cNvPr id="53" name="nodo: PROYECCION" descr="nodo_PROYECC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24841" y="6748909"/>
            <a:ext cx="4203204" cy="4357985"/>
          </a:xfrm>
          <a:prstGeom prst="rect">
            <a:avLst/>
          </a:prstGeom>
        </p:spPr>
      </p:pic>
      <p:pic>
        <p:nvPicPr>
          <p:cNvPr id="54" name="figura PROYECCION" descr="proyeccion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79511" y="6947892"/>
            <a:ext cx="3571131" cy="3571131"/>
          </a:xfrm>
          <a:prstGeom prst="rect">
            <a:avLst/>
          </a:prstGeom>
        </p:spPr>
      </p:pic>
      <p:pic>
        <p:nvPicPr>
          <p:cNvPr id="55" name="nodo: CLAHE" descr="nodo_CLAH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321236" y="6748909"/>
            <a:ext cx="4203204" cy="4357985"/>
          </a:xfrm>
          <a:prstGeom prst="rect">
            <a:avLst/>
          </a:prstGeom>
        </p:spPr>
      </p:pic>
      <p:pic>
        <p:nvPicPr>
          <p:cNvPr id="56" name="figura CLAHE" descr="CLAH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775906" y="6947892"/>
            <a:ext cx="3571131" cy="3571131"/>
          </a:xfrm>
          <a:prstGeom prst="rect">
            <a:avLst/>
          </a:prstGeom>
        </p:spPr>
      </p:pic>
      <p:pic>
        <p:nvPicPr>
          <p:cNvPr id="57" name="nodo: FFT_WINDOW_PASS_1" descr="nodo_FFT_WINDOW_PASS_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817632" y="6748909"/>
            <a:ext cx="4203204" cy="4357985"/>
          </a:xfrm>
          <a:prstGeom prst="rect">
            <a:avLst/>
          </a:prstGeom>
        </p:spPr>
      </p:pic>
      <p:pic>
        <p:nvPicPr>
          <p:cNvPr id="58" name="figura FFT_WINDOW_PASS_1" descr="grilla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272302" y="6947892"/>
            <a:ext cx="3571131" cy="3571131"/>
          </a:xfrm>
          <a:prstGeom prst="rect">
            <a:avLst/>
          </a:prstGeom>
        </p:spPr>
      </p:pic>
      <p:pic>
        <p:nvPicPr>
          <p:cNvPr id="59" name="nodo: FFT_WINDOW_PASS_2" descr="nodo_FFT_WINDOW_PASS_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314027" y="6748909"/>
            <a:ext cx="4203204" cy="4357985"/>
          </a:xfrm>
          <a:prstGeom prst="rect">
            <a:avLst/>
          </a:prstGeom>
        </p:spPr>
      </p:pic>
      <p:pic>
        <p:nvPicPr>
          <p:cNvPr id="60" name="figura FFT_WINDOW_PASS_2" descr="grilla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768697" y="6947892"/>
            <a:ext cx="3571131" cy="3571131"/>
          </a:xfrm>
          <a:prstGeom prst="rect">
            <a:avLst/>
          </a:prstGeom>
        </p:spPr>
      </p:pic>
      <p:pic>
        <p:nvPicPr>
          <p:cNvPr id="61" name="nodo: FFT_WINDOW_PASS_3" descr="nodo_FFT_WINDOW_PASS_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245239" y="12451259"/>
            <a:ext cx="9271992" cy="9585275"/>
          </a:xfrm>
          <a:prstGeom prst="rect">
            <a:avLst/>
          </a:prstGeom>
        </p:spPr>
      </p:pic>
      <p:pic>
        <p:nvPicPr>
          <p:cNvPr id="62" name="figura FFT_WINDOW_PASS_3" descr="grilla3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699909" y="12743855"/>
            <a:ext cx="8639919" cy="8639919"/>
          </a:xfrm>
          <a:prstGeom prst="rect">
            <a:avLst/>
          </a:prstGeom>
        </p:spPr>
      </p:pic>
      <p:pic>
        <p:nvPicPr>
          <p:cNvPr id="63" name="nodo: text_metodo" descr="nodo_text_metodo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8428" y="12544871"/>
            <a:ext cx="13113246" cy="9426773"/>
          </a:xfrm>
          <a:prstGeom prst="rect">
            <a:avLst/>
          </a:prstGeom>
        </p:spPr>
      </p:pic>
      <p:sp>
        <p:nvSpPr>
          <p:cNvPr id="64" name="texto text_metodo"/>
          <p:cNvSpPr txBox="1"/>
          <p:nvPr/>
        </p:nvSpPr>
        <p:spPr>
          <a:xfrm>
            <a:off x="1357164" y="12869912"/>
            <a:ext cx="12193191" cy="29896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842" b="1">
                <a:solidFill>
                  <a:srgbClr val="FFFFFF"/>
                </a:solidFill>
                <a:latin typeface="Inter"/>
              </a:rPr>
              <a:t>Qué hace la red</a:t>
            </a:r>
          </a:p>
          <a:p>
            <a:pPr algn="l">
              <a:lnSpc>
                <a:spcPct val="142000"/>
              </a:lnSpc>
            </a:pPr>
            <a:r>
              <a:rPr sz="1842" b="0">
                <a:solidFill>
                  <a:srgbClr val="E38B2C"/>
                </a:solidFill>
                <a:latin typeface="IBM Plex Mono"/>
              </a:rPr>
              <a:t>MONTAJE</a:t>
            </a:r>
            <a:r>
              <a:rPr sz="1842" b="0">
                <a:solidFill>
                  <a:srgbClr val="E4E4E4"/>
                </a:solidFill>
                <a:latin typeface="Inter"/>
              </a:rPr>
              <a:t> cámara web sobre la palangana; el polvo trazador marca el flujo en la superficie.</a:t>
            </a:r>
          </a:p>
          <a:p>
            <a:pPr algn="l">
              <a:lnSpc>
                <a:spcPct val="142000"/>
              </a:lnSpc>
            </a:pPr>
            <a:r>
              <a:rPr sz="1842" b="0">
                <a:solidFill>
                  <a:srgbClr val="E38B2C"/>
                </a:solidFill>
                <a:latin typeface="IBM Plex Mono"/>
              </a:rPr>
              <a:t>PROYECCION</a:t>
            </a:r>
            <a:r>
              <a:rPr sz="1842" b="0">
                <a:solidFill>
                  <a:srgbClr val="E4E4E4"/>
                </a:solidFill>
                <a:latin typeface="Inter"/>
              </a:rPr>
              <a:t> separa fondo, trazador y partícula por color.</a:t>
            </a:r>
          </a:p>
          <a:p>
            <a:pPr algn="l">
              <a:lnSpc>
                <a:spcPct val="142000"/>
              </a:lnSpc>
            </a:pPr>
            <a:r>
              <a:rPr sz="1842" b="0">
                <a:solidFill>
                  <a:srgbClr val="E38B2C"/>
                </a:solidFill>
                <a:latin typeface="IBM Plex Mono"/>
              </a:rPr>
              <a:t>CLAHE</a:t>
            </a:r>
            <a:r>
              <a:rPr sz="1842" b="0">
                <a:solidFill>
                  <a:srgbClr val="E4E4E4"/>
                </a:solidFill>
                <a:latin typeface="Inter"/>
              </a:rPr>
              <a:t> iguala el contraste en zonas de 59 px.</a:t>
            </a:r>
          </a:p>
          <a:p>
            <a:pPr algn="l">
              <a:lnSpc>
                <a:spcPct val="142000"/>
              </a:lnSpc>
            </a:pPr>
            <a:r>
              <a:rPr sz="1842" b="0">
                <a:solidFill>
                  <a:srgbClr val="E38B2C"/>
                </a:solidFill>
                <a:latin typeface="IBM Plex Mono"/>
              </a:rPr>
              <a:t>FFT_WINDOW_PASS</a:t>
            </a:r>
            <a:r>
              <a:rPr sz="1842" b="0">
                <a:solidFill>
                  <a:srgbClr val="E4E4E4"/>
                </a:solidFill>
                <a:latin typeface="Inter"/>
              </a:rPr>
              <a:t> ×3: correlación cruzada por FFT con ventanas de 128, 64 y 32 px; cada pasada deforma las imágenes con el campo de la anterior.</a:t>
            </a:r>
          </a:p>
          <a:p>
            <a:pPr algn="l">
              <a:lnSpc>
                <a:spcPct val="142000"/>
              </a:lnSpc>
            </a:pPr>
            <a:r>
              <a:rPr sz="1842" b="0">
                <a:solidFill>
                  <a:srgbClr val="E38B2C"/>
                </a:solidFill>
                <a:latin typeface="IBM Plex Mono"/>
              </a:rPr>
              <a:t>PARTICULA</a:t>
            </a:r>
            <a:r>
              <a:rPr sz="1842" b="0">
                <a:solidFill>
                  <a:srgbClr val="E4E4E4"/>
                </a:solidFill>
                <a:latin typeface="Inter"/>
              </a:rPr>
              <a:t> ubica la partícula (umbral 0.5 del pico) y marca el centro del vórtice.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842" b="0">
                <a:solidFill>
                  <a:srgbClr val="7E9A6A"/>
                </a:solidFill>
                <a:latin typeface="IBM Plex Mono"/>
              </a:rPr>
              <a:t>// espacio para comentarios</a:t>
            </a:r>
          </a:p>
        </p:txBody>
      </p:sp>
      <p:pic>
        <p:nvPicPr>
          <p:cNvPr id="65" name="nodo: PARTICULA" descr="nodo_PARTICULA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884896" y="13768834"/>
            <a:ext cx="4203204" cy="4357985"/>
          </a:xfrm>
          <a:prstGeom prst="rect">
            <a:avLst/>
          </a:prstGeom>
        </p:spPr>
      </p:pic>
      <p:pic>
        <p:nvPicPr>
          <p:cNvPr id="66" name="figura PARTICULA" descr="particula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339566" y="13967966"/>
            <a:ext cx="3571131" cy="3571131"/>
          </a:xfrm>
          <a:prstGeom prst="rect">
            <a:avLst/>
          </a:prstGeom>
        </p:spPr>
      </p:pic>
      <p:pic>
        <p:nvPicPr>
          <p:cNvPr id="67" name="nodo: VELOCIDAD_MEDIA" descr="nodo_VELOCIDAD_MEDIA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8428" y="23467219"/>
            <a:ext cx="7803207" cy="6762899"/>
          </a:xfrm>
          <a:prstGeom prst="rect">
            <a:avLst/>
          </a:prstGeom>
        </p:spPr>
      </p:pic>
      <p:pic>
        <p:nvPicPr>
          <p:cNvPr id="68" name="figura VELOCIDAD_MEDIA" descr="velocidad_media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56347" y="23702367"/>
            <a:ext cx="7084635" cy="5903863"/>
          </a:xfrm>
          <a:prstGeom prst="rect">
            <a:avLst/>
          </a:prstGeom>
        </p:spPr>
      </p:pic>
      <p:pic>
        <p:nvPicPr>
          <p:cNvPr id="69" name="nodo: eq_modelos" descr="nodo_eq_modelos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070925" y="23467219"/>
            <a:ext cx="9914334" cy="6762899"/>
          </a:xfrm>
          <a:prstGeom prst="rect">
            <a:avLst/>
          </a:prstGeom>
        </p:spPr>
      </p:pic>
      <p:pic>
        <p:nvPicPr>
          <p:cNvPr id="70" name="nodo: AJUSTE_PERFIL" descr="nodo_AJUSTE_PERFIL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9494401" y="23373606"/>
            <a:ext cx="10022830" cy="6921252"/>
          </a:xfrm>
          <a:prstGeom prst="rect">
            <a:avLst/>
          </a:prstGeom>
        </p:spPr>
      </p:pic>
      <p:pic>
        <p:nvPicPr>
          <p:cNvPr id="71" name="figura AJUSTE_PERFIL" descr="ajuste_perfil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0005700" y="23702367"/>
            <a:ext cx="9277499" cy="5903863"/>
          </a:xfrm>
          <a:prstGeom prst="rect">
            <a:avLst/>
          </a:prstGeom>
        </p:spPr>
      </p:pic>
      <p:pic>
        <p:nvPicPr>
          <p:cNvPr id="72" name="nodo: QUIMOGRAMA" descr="nodo_QUIMOGRAMA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8428" y="31761708"/>
            <a:ext cx="7842647" cy="3791248"/>
          </a:xfrm>
          <a:prstGeom prst="rect">
            <a:avLst/>
          </a:prstGeom>
        </p:spPr>
      </p:pic>
      <p:pic>
        <p:nvPicPr>
          <p:cNvPr id="73" name="figura QUIMOGRAMA" descr="quimograma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99552" y="31996707"/>
            <a:ext cx="7037665" cy="2932361"/>
          </a:xfrm>
          <a:prstGeom prst="rect">
            <a:avLst/>
          </a:prstGeom>
        </p:spPr>
      </p:pic>
      <p:pic>
        <p:nvPicPr>
          <p:cNvPr id="74" name="nodo: AJUSTES_LINEALES" descr="nodo_AJUSTES_LINEALES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8428" y="35968484"/>
            <a:ext cx="7842647" cy="5954464"/>
          </a:xfrm>
          <a:prstGeom prst="rect">
            <a:avLst/>
          </a:prstGeom>
        </p:spPr>
      </p:pic>
      <p:pic>
        <p:nvPicPr>
          <p:cNvPr id="75" name="figura AJUSTES_LINEALES" descr="ajuste_subida_vmax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63331" y="36203483"/>
            <a:ext cx="7110108" cy="5095577"/>
          </a:xfrm>
          <a:prstGeom prst="rect">
            <a:avLst/>
          </a:prstGeom>
        </p:spPr>
      </p:pic>
      <p:pic>
        <p:nvPicPr>
          <p:cNvPr id="76" name="nodo: PENDIENTES" descr="nodo_PENDIENTES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614297" y="32559278"/>
            <a:ext cx="11143952" cy="8537228"/>
          </a:xfrm>
          <a:prstGeom prst="rect">
            <a:avLst/>
          </a:prstGeom>
        </p:spPr>
      </p:pic>
      <p:pic>
        <p:nvPicPr>
          <p:cNvPr id="77" name="figura PENDIENTES" descr="pendiente_vmax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118836" y="32887890"/>
            <a:ext cx="10412290" cy="7519988"/>
          </a:xfrm>
          <a:prstGeom prst="rect">
            <a:avLst/>
          </a:prstGeom>
        </p:spPr>
      </p:pic>
      <p:pic>
        <p:nvPicPr>
          <p:cNvPr id="78" name="nodo: conclusiones" descr="nodo_conclusiones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1483489" y="31761708"/>
            <a:ext cx="8033742" cy="10161240"/>
          </a:xfrm>
          <a:prstGeom prst="rect">
            <a:avLst/>
          </a:prstGeom>
        </p:spPr>
      </p:pic>
      <p:sp>
        <p:nvSpPr>
          <p:cNvPr id="79" name="texto conclusiones"/>
          <p:cNvSpPr txBox="1"/>
          <p:nvPr/>
        </p:nvSpPr>
        <p:spPr>
          <a:xfrm>
            <a:off x="22082075" y="32086748"/>
            <a:ext cx="7113687" cy="34787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870" b="1">
                <a:solidFill>
                  <a:srgbClr val="FFFFFF"/>
                </a:solidFill>
                <a:latin typeface="Inter"/>
              </a:rPr>
              <a:t>De los ajustes a las pendientes</a:t>
            </a:r>
          </a:p>
          <a:p>
            <a:pPr algn="l">
              <a:lnSpc>
                <a:spcPct val="142000"/>
              </a:lnSpc>
            </a:pPr>
            <a:r>
              <a:rPr sz="1870" b="0">
                <a:solidFill>
                  <a:srgbClr val="E4E4E4"/>
                </a:solidFill>
                <a:latin typeface="Inter"/>
              </a:rPr>
              <a:t>Al prender el agitador, v</a:t>
            </a:r>
            <a:r>
              <a:rPr sz="1878" b="0" baseline="-25000">
                <a:solidFill>
                  <a:srgbClr val="E4E4E4"/>
                </a:solidFill>
                <a:latin typeface="Inter"/>
              </a:rPr>
              <a:t>max</a:t>
            </a:r>
            <a:r>
              <a:rPr sz="1870" b="0">
                <a:solidFill>
                  <a:srgbClr val="E4E4E4"/>
                </a:solidFill>
                <a:latin typeface="Inter"/>
              </a:rPr>
              <a:t>(t) sube casi linealmente. Para cada altura H se ajusta una recta en la ventana sombreada (</a:t>
            </a:r>
            <a:r>
              <a:rPr sz="1870" b="0">
                <a:solidFill>
                  <a:srgbClr val="E38B2C"/>
                </a:solidFill>
                <a:latin typeface="IBM Plex Mono"/>
              </a:rPr>
              <a:t>AJUSTES_LINEALES</a:t>
            </a:r>
            <a:r>
              <a:rPr sz="1870" b="0">
                <a:solidFill>
                  <a:srgbClr val="E4E4E4"/>
                </a:solidFill>
                <a:latin typeface="Inter"/>
              </a:rPr>
              <a:t>); su pendiente dv</a:t>
            </a:r>
            <a:r>
              <a:rPr sz="1878" b="0" baseline="-25000">
                <a:solidFill>
                  <a:srgbClr val="E4E4E4"/>
                </a:solidFill>
                <a:latin typeface="Inter"/>
              </a:rPr>
              <a:t>max</a:t>
            </a:r>
            <a:r>
              <a:rPr sz="1870" b="0">
                <a:solidFill>
                  <a:srgbClr val="E4E4E4"/>
                </a:solidFill>
                <a:latin typeface="Inter"/>
              </a:rPr>
              <a:t>/dt es un punto de </a:t>
            </a:r>
            <a:r>
              <a:rPr sz="1870" b="0">
                <a:solidFill>
                  <a:srgbClr val="E38B2C"/>
                </a:solidFill>
                <a:latin typeface="IBM Plex Mono"/>
              </a:rPr>
              <a:t>PENDIENTES</a:t>
            </a:r>
            <a:r>
              <a:rPr sz="1870" b="0">
                <a:solidFill>
                  <a:srgbClr val="E4E4E4"/>
                </a:solidFill>
                <a:latin typeface="Inter"/>
              </a:rPr>
              <a:t>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870" b="0">
                <a:solidFill>
                  <a:srgbClr val="E4E4E4"/>
                </a:solidFill>
                <a:latin typeface="Inter"/>
              </a:rPr>
              <a:t>Máximo: 0.280 ± 0.005 cm/s² en H = 7.9 cm.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870" b="1">
                <a:solidFill>
                  <a:srgbClr val="FFFFFF"/>
                </a:solidFill>
                <a:latin typeface="Inter"/>
              </a:rPr>
              <a:t>Conclusiones</a:t>
            </a:r>
          </a:p>
          <a:p>
            <a:pPr algn="l">
              <a:lnSpc>
                <a:spcPct val="142000"/>
              </a:lnSpc>
            </a:pPr>
            <a:r>
              <a:rPr sz="1870" b="0">
                <a:solidFill>
                  <a:srgbClr val="7E9A6A"/>
                </a:solidFill>
                <a:latin typeface="IBM Plex Mono"/>
              </a:rPr>
              <a:t>// escribir acá las conclusiones...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